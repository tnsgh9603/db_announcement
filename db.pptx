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90" r:id="rId1"/>
  </p:sldMasterIdLst>
  <p:sldIdLst>
    <p:sldId id="256" r:id="rId2"/>
    <p:sldId id="257" r:id="rId3"/>
    <p:sldId id="266" r:id="rId4"/>
    <p:sldId id="258" r:id="rId5"/>
    <p:sldId id="259" r:id="rId6"/>
    <p:sldId id="267" r:id="rId7"/>
    <p:sldId id="261" r:id="rId8"/>
    <p:sldId id="262" r:id="rId9"/>
    <p:sldId id="263" r:id="rId10"/>
    <p:sldId id="268" r:id="rId11"/>
    <p:sldId id="265" r:id="rId12"/>
    <p:sldId id="270" r:id="rId13"/>
    <p:sldId id="272" r:id="rId14"/>
    <p:sldId id="275" r:id="rId15"/>
    <p:sldId id="274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1790D6-E5A5-46E9-8D45-E7BC59C5884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8AB9D94-97EE-4B61-955B-1A4192A5D78C}">
      <dgm:prSet/>
      <dgm:spPr/>
      <dgm:t>
        <a:bodyPr/>
        <a:lstStyle/>
        <a:p>
          <a:r>
            <a:rPr lang="en-US" dirty="0"/>
            <a:t>1. </a:t>
          </a:r>
          <a:r>
            <a:rPr lang="ko-KR" dirty="0"/>
            <a:t>주제 선</a:t>
          </a:r>
          <a:r>
            <a:rPr lang="ko-KR" altLang="en-US" dirty="0"/>
            <a:t>정</a:t>
          </a:r>
          <a:endParaRPr lang="en-US" dirty="0"/>
        </a:p>
      </dgm:t>
    </dgm:pt>
    <dgm:pt modelId="{01C4D3F0-A234-473D-AE7D-E58F2038955E}" type="parTrans" cxnId="{4CE2099D-016C-4701-9F0D-054FFEAC8CB4}">
      <dgm:prSet/>
      <dgm:spPr/>
      <dgm:t>
        <a:bodyPr/>
        <a:lstStyle/>
        <a:p>
          <a:endParaRPr lang="en-US"/>
        </a:p>
      </dgm:t>
    </dgm:pt>
    <dgm:pt modelId="{2AE119CA-BCF2-407A-BBED-4AF8E889E03B}" type="sibTrans" cxnId="{4CE2099D-016C-4701-9F0D-054FFEAC8CB4}">
      <dgm:prSet/>
      <dgm:spPr/>
      <dgm:t>
        <a:bodyPr/>
        <a:lstStyle/>
        <a:p>
          <a:endParaRPr lang="en-US"/>
        </a:p>
      </dgm:t>
    </dgm:pt>
    <dgm:pt modelId="{0C2B92F6-D500-4454-BF3E-26919AA67318}">
      <dgm:prSet/>
      <dgm:spPr/>
      <dgm:t>
        <a:bodyPr/>
        <a:lstStyle/>
        <a:p>
          <a:r>
            <a:rPr lang="en-US"/>
            <a:t>2. </a:t>
          </a:r>
          <a:r>
            <a:rPr lang="ko-KR" altLang="en-US"/>
            <a:t>요구사항 명세서</a:t>
          </a:r>
          <a:endParaRPr lang="en-US"/>
        </a:p>
      </dgm:t>
    </dgm:pt>
    <dgm:pt modelId="{80811B2E-58A5-4EF4-95BA-C4DAA52AB2F6}" type="parTrans" cxnId="{5D2A1F43-4E35-4FE3-A6CC-76777E9DB90C}">
      <dgm:prSet/>
      <dgm:spPr/>
      <dgm:t>
        <a:bodyPr/>
        <a:lstStyle/>
        <a:p>
          <a:endParaRPr lang="en-US"/>
        </a:p>
      </dgm:t>
    </dgm:pt>
    <dgm:pt modelId="{A35CD6A9-31D7-4F07-BD41-472DFE9896FD}" type="sibTrans" cxnId="{5D2A1F43-4E35-4FE3-A6CC-76777E9DB90C}">
      <dgm:prSet/>
      <dgm:spPr/>
      <dgm:t>
        <a:bodyPr/>
        <a:lstStyle/>
        <a:p>
          <a:endParaRPr lang="en-US"/>
        </a:p>
      </dgm:t>
    </dgm:pt>
    <dgm:pt modelId="{70503A1B-CD9A-4A70-BEB9-857B26165F4D}">
      <dgm:prSet/>
      <dgm:spPr/>
      <dgm:t>
        <a:bodyPr/>
        <a:lstStyle/>
        <a:p>
          <a:r>
            <a:rPr lang="en-US" dirty="0"/>
            <a:t>3. </a:t>
          </a:r>
          <a:r>
            <a:rPr lang="ko-KR" altLang="en-US" dirty="0"/>
            <a:t>관계 </a:t>
          </a:r>
          <a:r>
            <a:rPr lang="ko-KR" altLang="en-US" dirty="0" err="1"/>
            <a:t>데이테</a:t>
          </a:r>
          <a:r>
            <a:rPr lang="ko-KR" altLang="en-US" dirty="0"/>
            <a:t> 베이스 모델</a:t>
          </a:r>
          <a:endParaRPr lang="en-US" dirty="0"/>
        </a:p>
      </dgm:t>
    </dgm:pt>
    <dgm:pt modelId="{D637163B-CA07-47E2-9D76-DD4C6FB14701}" type="parTrans" cxnId="{894F258D-97F8-4B69-B802-1034A2DB2D40}">
      <dgm:prSet/>
      <dgm:spPr/>
      <dgm:t>
        <a:bodyPr/>
        <a:lstStyle/>
        <a:p>
          <a:endParaRPr lang="en-US"/>
        </a:p>
      </dgm:t>
    </dgm:pt>
    <dgm:pt modelId="{1966DF3E-9638-49CE-90E9-D6C79E9AE8FC}" type="sibTrans" cxnId="{894F258D-97F8-4B69-B802-1034A2DB2D40}">
      <dgm:prSet/>
      <dgm:spPr/>
      <dgm:t>
        <a:bodyPr/>
        <a:lstStyle/>
        <a:p>
          <a:endParaRPr lang="en-US"/>
        </a:p>
      </dgm:t>
    </dgm:pt>
    <dgm:pt modelId="{80542971-3D25-4C91-BA09-BF01BD8A4903}">
      <dgm:prSet/>
      <dgm:spPr/>
      <dgm:t>
        <a:bodyPr/>
        <a:lstStyle/>
        <a:p>
          <a:r>
            <a:rPr lang="en-US"/>
            <a:t>4. </a:t>
          </a:r>
          <a:r>
            <a:rPr lang="en-US" altLang="ko-KR"/>
            <a:t>ER </a:t>
          </a:r>
          <a:r>
            <a:rPr lang="ko-KR" altLang="en-US"/>
            <a:t>다이어그램</a:t>
          </a:r>
          <a:endParaRPr lang="en-US"/>
        </a:p>
      </dgm:t>
    </dgm:pt>
    <dgm:pt modelId="{1BB7523A-7B9F-4187-900C-DACBF554F4A5}" type="parTrans" cxnId="{BDF1640D-38E8-4AB3-88F2-6C93DBEA2C92}">
      <dgm:prSet/>
      <dgm:spPr/>
      <dgm:t>
        <a:bodyPr/>
        <a:lstStyle/>
        <a:p>
          <a:endParaRPr lang="en-US"/>
        </a:p>
      </dgm:t>
    </dgm:pt>
    <dgm:pt modelId="{37C759BA-A613-4EDC-AFBC-28B56C44FDA4}" type="sibTrans" cxnId="{BDF1640D-38E8-4AB3-88F2-6C93DBEA2C92}">
      <dgm:prSet/>
      <dgm:spPr/>
      <dgm:t>
        <a:bodyPr/>
        <a:lstStyle/>
        <a:p>
          <a:endParaRPr lang="en-US"/>
        </a:p>
      </dgm:t>
    </dgm:pt>
    <dgm:pt modelId="{80CEC838-0E5F-4EEE-8871-E7D2819199D4}" type="pres">
      <dgm:prSet presAssocID="{EA1790D6-E5A5-46E9-8D45-E7BC59C58841}" presName="root" presStyleCnt="0">
        <dgm:presLayoutVars>
          <dgm:dir/>
          <dgm:resizeHandles val="exact"/>
        </dgm:presLayoutVars>
      </dgm:prSet>
      <dgm:spPr/>
    </dgm:pt>
    <dgm:pt modelId="{2603F8C9-41C4-44B1-827B-C017D6A2E737}" type="pres">
      <dgm:prSet presAssocID="{08AB9D94-97EE-4B61-955B-1A4192A5D78C}" presName="compNode" presStyleCnt="0"/>
      <dgm:spPr/>
    </dgm:pt>
    <dgm:pt modelId="{B5B86DF2-6934-4E10-AA89-4B723C5612C4}" type="pres">
      <dgm:prSet presAssocID="{08AB9D94-97EE-4B61-955B-1A4192A5D78C}" presName="bgRect" presStyleLbl="bgShp" presStyleIdx="0" presStyleCnt="4" custLinFactNeighborY="13531"/>
      <dgm:spPr>
        <a:solidFill>
          <a:srgbClr val="7030A0"/>
        </a:solidFill>
        <a:effectLst>
          <a:innerShdw blurRad="114300">
            <a:prstClr val="black"/>
          </a:innerShdw>
        </a:effectLst>
      </dgm:spPr>
    </dgm:pt>
    <dgm:pt modelId="{BE7C2FC0-73F7-4123-B83B-CE4B4577D7FB}" type="pres">
      <dgm:prSet presAssocID="{08AB9D94-97EE-4B61-955B-1A4192A5D78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교사"/>
        </a:ext>
      </dgm:extLst>
    </dgm:pt>
    <dgm:pt modelId="{E2A1D20E-5D78-4550-A363-AEB33997E07A}" type="pres">
      <dgm:prSet presAssocID="{08AB9D94-97EE-4B61-955B-1A4192A5D78C}" presName="spaceRect" presStyleCnt="0"/>
      <dgm:spPr/>
    </dgm:pt>
    <dgm:pt modelId="{82002A12-ED6A-4C7B-A82D-F0591A60ACE8}" type="pres">
      <dgm:prSet presAssocID="{08AB9D94-97EE-4B61-955B-1A4192A5D78C}" presName="parTx" presStyleLbl="revTx" presStyleIdx="0" presStyleCnt="4">
        <dgm:presLayoutVars>
          <dgm:chMax val="0"/>
          <dgm:chPref val="0"/>
        </dgm:presLayoutVars>
      </dgm:prSet>
      <dgm:spPr/>
    </dgm:pt>
    <dgm:pt modelId="{C9D0C884-C369-4E52-9080-94217B99A98B}" type="pres">
      <dgm:prSet presAssocID="{2AE119CA-BCF2-407A-BBED-4AF8E889E03B}" presName="sibTrans" presStyleCnt="0"/>
      <dgm:spPr/>
    </dgm:pt>
    <dgm:pt modelId="{5344DE6B-AEEB-4F45-8DA2-5B7D144F2576}" type="pres">
      <dgm:prSet presAssocID="{0C2B92F6-D500-4454-BF3E-26919AA67318}" presName="compNode" presStyleCnt="0"/>
      <dgm:spPr/>
    </dgm:pt>
    <dgm:pt modelId="{DB4AE7B9-B50D-49E5-81C9-75A5B715F7E7}" type="pres">
      <dgm:prSet presAssocID="{0C2B92F6-D500-4454-BF3E-26919AA67318}" presName="bgRect" presStyleLbl="bgShp" presStyleIdx="1" presStyleCnt="4"/>
      <dgm:spPr>
        <a:effectLst>
          <a:innerShdw blurRad="114300">
            <a:prstClr val="black"/>
          </a:innerShdw>
        </a:effectLst>
      </dgm:spPr>
    </dgm:pt>
    <dgm:pt modelId="{2A780A8B-A442-45E9-9F79-0C6884B39D93}" type="pres">
      <dgm:prSet presAssocID="{0C2B92F6-D500-4454-BF3E-26919AA6731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확인 표시"/>
        </a:ext>
      </dgm:extLst>
    </dgm:pt>
    <dgm:pt modelId="{A7B31003-61E2-4E42-8851-439A452797EC}" type="pres">
      <dgm:prSet presAssocID="{0C2B92F6-D500-4454-BF3E-26919AA67318}" presName="spaceRect" presStyleCnt="0"/>
      <dgm:spPr/>
    </dgm:pt>
    <dgm:pt modelId="{057CFA2D-DC3E-415C-ABF0-FB4CFAF5B605}" type="pres">
      <dgm:prSet presAssocID="{0C2B92F6-D500-4454-BF3E-26919AA67318}" presName="parTx" presStyleLbl="revTx" presStyleIdx="1" presStyleCnt="4">
        <dgm:presLayoutVars>
          <dgm:chMax val="0"/>
          <dgm:chPref val="0"/>
        </dgm:presLayoutVars>
      </dgm:prSet>
      <dgm:spPr/>
    </dgm:pt>
    <dgm:pt modelId="{962DBA92-A31D-4669-80DE-AAB8D318E071}" type="pres">
      <dgm:prSet presAssocID="{A35CD6A9-31D7-4F07-BD41-472DFE9896FD}" presName="sibTrans" presStyleCnt="0"/>
      <dgm:spPr/>
    </dgm:pt>
    <dgm:pt modelId="{4673E6B7-A403-4516-A710-BCFE6C64AB81}" type="pres">
      <dgm:prSet presAssocID="{70503A1B-CD9A-4A70-BEB9-857B26165F4D}" presName="compNode" presStyleCnt="0"/>
      <dgm:spPr/>
    </dgm:pt>
    <dgm:pt modelId="{FA5A260C-9FFA-44B3-8131-E16D4B6A7FC5}" type="pres">
      <dgm:prSet presAssocID="{70503A1B-CD9A-4A70-BEB9-857B26165F4D}" presName="bgRect" presStyleLbl="bgShp" presStyleIdx="2" presStyleCnt="4" custLinFactNeighborX="264" custLinFactNeighborY="915"/>
      <dgm:spPr>
        <a:solidFill>
          <a:srgbClr val="0070C0"/>
        </a:solidFill>
        <a:effectLst>
          <a:innerShdw blurRad="114300">
            <a:prstClr val="black"/>
          </a:innerShdw>
        </a:effectLst>
      </dgm:spPr>
    </dgm:pt>
    <dgm:pt modelId="{0ED43FD0-67B8-41E8-B04D-18CDFCEAF0FF}" type="pres">
      <dgm:prSet presAssocID="{70503A1B-CD9A-4A70-BEB9-857B26165F4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트로피"/>
        </a:ext>
      </dgm:extLst>
    </dgm:pt>
    <dgm:pt modelId="{A3FA5FD7-2EBB-40F2-A719-F5E66CC95A1F}" type="pres">
      <dgm:prSet presAssocID="{70503A1B-CD9A-4A70-BEB9-857B26165F4D}" presName="spaceRect" presStyleCnt="0"/>
      <dgm:spPr/>
    </dgm:pt>
    <dgm:pt modelId="{EA35C2BD-8122-4761-9947-4CC58BDA5BCA}" type="pres">
      <dgm:prSet presAssocID="{70503A1B-CD9A-4A70-BEB9-857B26165F4D}" presName="parTx" presStyleLbl="revTx" presStyleIdx="2" presStyleCnt="4">
        <dgm:presLayoutVars>
          <dgm:chMax val="0"/>
          <dgm:chPref val="0"/>
        </dgm:presLayoutVars>
      </dgm:prSet>
      <dgm:spPr/>
    </dgm:pt>
    <dgm:pt modelId="{BF194BF0-82FD-42EC-9304-5CC83DCCEB67}" type="pres">
      <dgm:prSet presAssocID="{1966DF3E-9638-49CE-90E9-D6C79E9AE8FC}" presName="sibTrans" presStyleCnt="0"/>
      <dgm:spPr/>
    </dgm:pt>
    <dgm:pt modelId="{EC593637-1A60-4836-9939-A73326DFE969}" type="pres">
      <dgm:prSet presAssocID="{80542971-3D25-4C91-BA09-BF01BD8A4903}" presName="compNode" presStyleCnt="0"/>
      <dgm:spPr/>
    </dgm:pt>
    <dgm:pt modelId="{43F03C19-DB3E-49E3-AE2E-482C17E4259B}" type="pres">
      <dgm:prSet presAssocID="{80542971-3D25-4C91-BA09-BF01BD8A4903}" presName="bgRect" presStyleLbl="bgShp" presStyleIdx="3" presStyleCnt="4"/>
      <dgm:spPr>
        <a:effectLst>
          <a:innerShdw blurRad="114300">
            <a:prstClr val="black"/>
          </a:innerShdw>
        </a:effectLst>
      </dgm:spPr>
    </dgm:pt>
    <dgm:pt modelId="{F29DD12B-E715-479E-A640-AC9E34EDCB1C}" type="pres">
      <dgm:prSet presAssocID="{80542971-3D25-4C91-BA09-BF01BD8A490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리본 메뉴"/>
        </a:ext>
      </dgm:extLst>
    </dgm:pt>
    <dgm:pt modelId="{D77705FD-4DF9-4252-949F-EAFD7A66E0E0}" type="pres">
      <dgm:prSet presAssocID="{80542971-3D25-4C91-BA09-BF01BD8A4903}" presName="spaceRect" presStyleCnt="0"/>
      <dgm:spPr/>
    </dgm:pt>
    <dgm:pt modelId="{25AD2BCC-3BC1-4E15-A5D5-3F0EF3AB8872}" type="pres">
      <dgm:prSet presAssocID="{80542971-3D25-4C91-BA09-BF01BD8A490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DF1640D-38E8-4AB3-88F2-6C93DBEA2C92}" srcId="{EA1790D6-E5A5-46E9-8D45-E7BC59C58841}" destId="{80542971-3D25-4C91-BA09-BF01BD8A4903}" srcOrd="3" destOrd="0" parTransId="{1BB7523A-7B9F-4187-900C-DACBF554F4A5}" sibTransId="{37C759BA-A613-4EDC-AFBC-28B56C44FDA4}"/>
    <dgm:cxn modelId="{FEE7F961-4131-4209-8377-F2AA34ADD35C}" type="presOf" srcId="{0C2B92F6-D500-4454-BF3E-26919AA67318}" destId="{057CFA2D-DC3E-415C-ABF0-FB4CFAF5B605}" srcOrd="0" destOrd="0" presId="urn:microsoft.com/office/officeart/2018/2/layout/IconVerticalSolidList"/>
    <dgm:cxn modelId="{5D2A1F43-4E35-4FE3-A6CC-76777E9DB90C}" srcId="{EA1790D6-E5A5-46E9-8D45-E7BC59C58841}" destId="{0C2B92F6-D500-4454-BF3E-26919AA67318}" srcOrd="1" destOrd="0" parTransId="{80811B2E-58A5-4EF4-95BA-C4DAA52AB2F6}" sibTransId="{A35CD6A9-31D7-4F07-BD41-472DFE9896FD}"/>
    <dgm:cxn modelId="{3932987E-6123-4DE1-AD47-25FC375651A0}" type="presOf" srcId="{EA1790D6-E5A5-46E9-8D45-E7BC59C58841}" destId="{80CEC838-0E5F-4EEE-8871-E7D2819199D4}" srcOrd="0" destOrd="0" presId="urn:microsoft.com/office/officeart/2018/2/layout/IconVerticalSolidList"/>
    <dgm:cxn modelId="{894F258D-97F8-4B69-B802-1034A2DB2D40}" srcId="{EA1790D6-E5A5-46E9-8D45-E7BC59C58841}" destId="{70503A1B-CD9A-4A70-BEB9-857B26165F4D}" srcOrd="2" destOrd="0" parTransId="{D637163B-CA07-47E2-9D76-DD4C6FB14701}" sibTransId="{1966DF3E-9638-49CE-90E9-D6C79E9AE8FC}"/>
    <dgm:cxn modelId="{4CE2099D-016C-4701-9F0D-054FFEAC8CB4}" srcId="{EA1790D6-E5A5-46E9-8D45-E7BC59C58841}" destId="{08AB9D94-97EE-4B61-955B-1A4192A5D78C}" srcOrd="0" destOrd="0" parTransId="{01C4D3F0-A234-473D-AE7D-E58F2038955E}" sibTransId="{2AE119CA-BCF2-407A-BBED-4AF8E889E03B}"/>
    <dgm:cxn modelId="{B373A39E-1693-47CD-8C13-82C9A8977D6D}" type="presOf" srcId="{70503A1B-CD9A-4A70-BEB9-857B26165F4D}" destId="{EA35C2BD-8122-4761-9947-4CC58BDA5BCA}" srcOrd="0" destOrd="0" presId="urn:microsoft.com/office/officeart/2018/2/layout/IconVerticalSolidList"/>
    <dgm:cxn modelId="{223B3ECB-6F75-4CC8-BB3B-03D33A724DC8}" type="presOf" srcId="{80542971-3D25-4C91-BA09-BF01BD8A4903}" destId="{25AD2BCC-3BC1-4E15-A5D5-3F0EF3AB8872}" srcOrd="0" destOrd="0" presId="urn:microsoft.com/office/officeart/2018/2/layout/IconVerticalSolidList"/>
    <dgm:cxn modelId="{4E97E1F6-AF19-44F0-A07C-9889FAF37F95}" type="presOf" srcId="{08AB9D94-97EE-4B61-955B-1A4192A5D78C}" destId="{82002A12-ED6A-4C7B-A82D-F0591A60ACE8}" srcOrd="0" destOrd="0" presId="urn:microsoft.com/office/officeart/2018/2/layout/IconVerticalSolidList"/>
    <dgm:cxn modelId="{52F84D05-FA44-497C-86BC-D4836C965D44}" type="presParOf" srcId="{80CEC838-0E5F-4EEE-8871-E7D2819199D4}" destId="{2603F8C9-41C4-44B1-827B-C017D6A2E737}" srcOrd="0" destOrd="0" presId="urn:microsoft.com/office/officeart/2018/2/layout/IconVerticalSolidList"/>
    <dgm:cxn modelId="{731CCC09-1EC2-4311-BA38-56ADF50D9B3A}" type="presParOf" srcId="{2603F8C9-41C4-44B1-827B-C017D6A2E737}" destId="{B5B86DF2-6934-4E10-AA89-4B723C5612C4}" srcOrd="0" destOrd="0" presId="urn:microsoft.com/office/officeart/2018/2/layout/IconVerticalSolidList"/>
    <dgm:cxn modelId="{1B5F508C-D882-4D19-BFDE-67358799E644}" type="presParOf" srcId="{2603F8C9-41C4-44B1-827B-C017D6A2E737}" destId="{BE7C2FC0-73F7-4123-B83B-CE4B4577D7FB}" srcOrd="1" destOrd="0" presId="urn:microsoft.com/office/officeart/2018/2/layout/IconVerticalSolidList"/>
    <dgm:cxn modelId="{C1C672A9-00D9-4FC4-8419-6A592D7E4521}" type="presParOf" srcId="{2603F8C9-41C4-44B1-827B-C017D6A2E737}" destId="{E2A1D20E-5D78-4550-A363-AEB33997E07A}" srcOrd="2" destOrd="0" presId="urn:microsoft.com/office/officeart/2018/2/layout/IconVerticalSolidList"/>
    <dgm:cxn modelId="{27C433D1-C82C-4046-AB75-E443725E25FF}" type="presParOf" srcId="{2603F8C9-41C4-44B1-827B-C017D6A2E737}" destId="{82002A12-ED6A-4C7B-A82D-F0591A60ACE8}" srcOrd="3" destOrd="0" presId="urn:microsoft.com/office/officeart/2018/2/layout/IconVerticalSolidList"/>
    <dgm:cxn modelId="{A2DEE962-889B-450A-9A37-11A033887851}" type="presParOf" srcId="{80CEC838-0E5F-4EEE-8871-E7D2819199D4}" destId="{C9D0C884-C369-4E52-9080-94217B99A98B}" srcOrd="1" destOrd="0" presId="urn:microsoft.com/office/officeart/2018/2/layout/IconVerticalSolidList"/>
    <dgm:cxn modelId="{7D603228-A6D1-47C8-A803-F41B2AF4CA6A}" type="presParOf" srcId="{80CEC838-0E5F-4EEE-8871-E7D2819199D4}" destId="{5344DE6B-AEEB-4F45-8DA2-5B7D144F2576}" srcOrd="2" destOrd="0" presId="urn:microsoft.com/office/officeart/2018/2/layout/IconVerticalSolidList"/>
    <dgm:cxn modelId="{A0A6A0D4-C066-492C-AF2B-4D27FFF9ED4A}" type="presParOf" srcId="{5344DE6B-AEEB-4F45-8DA2-5B7D144F2576}" destId="{DB4AE7B9-B50D-49E5-81C9-75A5B715F7E7}" srcOrd="0" destOrd="0" presId="urn:microsoft.com/office/officeart/2018/2/layout/IconVerticalSolidList"/>
    <dgm:cxn modelId="{4EF63D05-4F83-4579-8B51-D91BB799CB6D}" type="presParOf" srcId="{5344DE6B-AEEB-4F45-8DA2-5B7D144F2576}" destId="{2A780A8B-A442-45E9-9F79-0C6884B39D93}" srcOrd="1" destOrd="0" presId="urn:microsoft.com/office/officeart/2018/2/layout/IconVerticalSolidList"/>
    <dgm:cxn modelId="{9372D65D-DCBD-4AA1-9730-D79A18ADD96F}" type="presParOf" srcId="{5344DE6B-AEEB-4F45-8DA2-5B7D144F2576}" destId="{A7B31003-61E2-4E42-8851-439A452797EC}" srcOrd="2" destOrd="0" presId="urn:microsoft.com/office/officeart/2018/2/layout/IconVerticalSolidList"/>
    <dgm:cxn modelId="{070480B8-6621-474E-8FFB-75C916252290}" type="presParOf" srcId="{5344DE6B-AEEB-4F45-8DA2-5B7D144F2576}" destId="{057CFA2D-DC3E-415C-ABF0-FB4CFAF5B605}" srcOrd="3" destOrd="0" presId="urn:microsoft.com/office/officeart/2018/2/layout/IconVerticalSolidList"/>
    <dgm:cxn modelId="{D095C1BE-CD03-4BC2-8197-2902DCCC53EA}" type="presParOf" srcId="{80CEC838-0E5F-4EEE-8871-E7D2819199D4}" destId="{962DBA92-A31D-4669-80DE-AAB8D318E071}" srcOrd="3" destOrd="0" presId="urn:microsoft.com/office/officeart/2018/2/layout/IconVerticalSolidList"/>
    <dgm:cxn modelId="{9F2F413E-7508-426A-9EDE-40B8CE0B9D68}" type="presParOf" srcId="{80CEC838-0E5F-4EEE-8871-E7D2819199D4}" destId="{4673E6B7-A403-4516-A710-BCFE6C64AB81}" srcOrd="4" destOrd="0" presId="urn:microsoft.com/office/officeart/2018/2/layout/IconVerticalSolidList"/>
    <dgm:cxn modelId="{F94D1FC4-4CD5-4846-9EDC-DE639A165D11}" type="presParOf" srcId="{4673E6B7-A403-4516-A710-BCFE6C64AB81}" destId="{FA5A260C-9FFA-44B3-8131-E16D4B6A7FC5}" srcOrd="0" destOrd="0" presId="urn:microsoft.com/office/officeart/2018/2/layout/IconVerticalSolidList"/>
    <dgm:cxn modelId="{CF719A7A-5849-4BEC-8B4D-7C079E0F26C5}" type="presParOf" srcId="{4673E6B7-A403-4516-A710-BCFE6C64AB81}" destId="{0ED43FD0-67B8-41E8-B04D-18CDFCEAF0FF}" srcOrd="1" destOrd="0" presId="urn:microsoft.com/office/officeart/2018/2/layout/IconVerticalSolidList"/>
    <dgm:cxn modelId="{88FB36CA-33B2-41B9-8B4E-F3FA78FDABAB}" type="presParOf" srcId="{4673E6B7-A403-4516-A710-BCFE6C64AB81}" destId="{A3FA5FD7-2EBB-40F2-A719-F5E66CC95A1F}" srcOrd="2" destOrd="0" presId="urn:microsoft.com/office/officeart/2018/2/layout/IconVerticalSolidList"/>
    <dgm:cxn modelId="{CA830A00-7EF4-4597-A4A9-FF7E069A7731}" type="presParOf" srcId="{4673E6B7-A403-4516-A710-BCFE6C64AB81}" destId="{EA35C2BD-8122-4761-9947-4CC58BDA5BCA}" srcOrd="3" destOrd="0" presId="urn:microsoft.com/office/officeart/2018/2/layout/IconVerticalSolidList"/>
    <dgm:cxn modelId="{F56B6574-0168-4CF4-B068-A988E2BEB015}" type="presParOf" srcId="{80CEC838-0E5F-4EEE-8871-E7D2819199D4}" destId="{BF194BF0-82FD-42EC-9304-5CC83DCCEB67}" srcOrd="5" destOrd="0" presId="urn:microsoft.com/office/officeart/2018/2/layout/IconVerticalSolidList"/>
    <dgm:cxn modelId="{3A17974A-59B3-4F8F-B36A-CA2DBDEAE5CA}" type="presParOf" srcId="{80CEC838-0E5F-4EEE-8871-E7D2819199D4}" destId="{EC593637-1A60-4836-9939-A73326DFE969}" srcOrd="6" destOrd="0" presId="urn:microsoft.com/office/officeart/2018/2/layout/IconVerticalSolidList"/>
    <dgm:cxn modelId="{E8DD09E9-B518-47E5-A906-66A07FBA8678}" type="presParOf" srcId="{EC593637-1A60-4836-9939-A73326DFE969}" destId="{43F03C19-DB3E-49E3-AE2E-482C17E4259B}" srcOrd="0" destOrd="0" presId="urn:microsoft.com/office/officeart/2018/2/layout/IconVerticalSolidList"/>
    <dgm:cxn modelId="{17DE881E-A939-4204-9344-64900000805C}" type="presParOf" srcId="{EC593637-1A60-4836-9939-A73326DFE969}" destId="{F29DD12B-E715-479E-A640-AC9E34EDCB1C}" srcOrd="1" destOrd="0" presId="urn:microsoft.com/office/officeart/2018/2/layout/IconVerticalSolidList"/>
    <dgm:cxn modelId="{424B8507-7B26-4732-BE30-D68FE85781B9}" type="presParOf" srcId="{EC593637-1A60-4836-9939-A73326DFE969}" destId="{D77705FD-4DF9-4252-949F-EAFD7A66E0E0}" srcOrd="2" destOrd="0" presId="urn:microsoft.com/office/officeart/2018/2/layout/IconVerticalSolidList"/>
    <dgm:cxn modelId="{1E4D33E9-7B5F-416F-BDFF-532EA704C8B6}" type="presParOf" srcId="{EC593637-1A60-4836-9939-A73326DFE969}" destId="{25AD2BCC-3BC1-4E15-A5D5-3F0EF3AB887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B86DF2-6934-4E10-AA89-4B723C5612C4}">
      <dsp:nvSpPr>
        <dsp:cNvPr id="0" name=""/>
        <dsp:cNvSpPr/>
      </dsp:nvSpPr>
      <dsp:spPr>
        <a:xfrm>
          <a:off x="0" y="125835"/>
          <a:ext cx="10515600" cy="916611"/>
        </a:xfrm>
        <a:prstGeom prst="roundRect">
          <a:avLst>
            <a:gd name="adj" fmla="val 10000"/>
          </a:avLst>
        </a:prstGeom>
        <a:solidFill>
          <a:srgbClr val="7030A0"/>
        </a:solidFill>
        <a:ln>
          <a:noFill/>
        </a:ln>
        <a:effectLst>
          <a:innerShdw blurRad="114300">
            <a:prstClr val="black"/>
          </a:innerShd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7C2FC0-73F7-4123-B83B-CE4B4577D7FB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002A12-ED6A-4C7B-A82D-F0591A60ACE8}">
      <dsp:nvSpPr>
        <dsp:cNvPr id="0" name=""/>
        <dsp:cNvSpPr/>
      </dsp:nvSpPr>
      <dsp:spPr>
        <a:xfrm>
          <a:off x="1058686" y="180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1. </a:t>
          </a:r>
          <a:r>
            <a:rPr lang="ko-KR" sz="2200" kern="1200" dirty="0"/>
            <a:t>주제 선</a:t>
          </a:r>
          <a:r>
            <a:rPr lang="ko-KR" altLang="en-US" sz="2200" kern="1200" dirty="0"/>
            <a:t>정</a:t>
          </a:r>
          <a:endParaRPr lang="en-US" sz="2200" kern="1200" dirty="0"/>
        </a:p>
      </dsp:txBody>
      <dsp:txXfrm>
        <a:off x="1058686" y="1808"/>
        <a:ext cx="9456913" cy="916611"/>
      </dsp:txXfrm>
    </dsp:sp>
    <dsp:sp modelId="{DB4AE7B9-B50D-49E5-81C9-75A5B715F7E7}">
      <dsp:nvSpPr>
        <dsp:cNvPr id="0" name=""/>
        <dsp:cNvSpPr/>
      </dsp:nvSpPr>
      <dsp:spPr>
        <a:xfrm>
          <a:off x="0" y="1147573"/>
          <a:ext cx="10515600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114300">
            <a:prstClr val="black"/>
          </a:innerShd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780A8B-A442-45E9-9F79-0C6884B39D93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7CFA2D-DC3E-415C-ABF0-FB4CFAF5B605}">
      <dsp:nvSpPr>
        <dsp:cNvPr id="0" name=""/>
        <dsp:cNvSpPr/>
      </dsp:nvSpPr>
      <dsp:spPr>
        <a:xfrm>
          <a:off x="1058686" y="114757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2. </a:t>
          </a:r>
          <a:r>
            <a:rPr lang="ko-KR" altLang="en-US" sz="2200" kern="1200"/>
            <a:t>요구사항 명세서</a:t>
          </a:r>
          <a:endParaRPr lang="en-US" sz="2200" kern="1200"/>
        </a:p>
      </dsp:txBody>
      <dsp:txXfrm>
        <a:off x="1058686" y="1147573"/>
        <a:ext cx="9456913" cy="916611"/>
      </dsp:txXfrm>
    </dsp:sp>
    <dsp:sp modelId="{FA5A260C-9FFA-44B3-8131-E16D4B6A7FC5}">
      <dsp:nvSpPr>
        <dsp:cNvPr id="0" name=""/>
        <dsp:cNvSpPr/>
      </dsp:nvSpPr>
      <dsp:spPr>
        <a:xfrm>
          <a:off x="0" y="2301725"/>
          <a:ext cx="10515600" cy="916611"/>
        </a:xfrm>
        <a:prstGeom prst="roundRect">
          <a:avLst>
            <a:gd name="adj" fmla="val 10000"/>
          </a:avLst>
        </a:prstGeom>
        <a:solidFill>
          <a:srgbClr val="0070C0"/>
        </a:solidFill>
        <a:ln>
          <a:noFill/>
        </a:ln>
        <a:effectLst>
          <a:innerShdw blurRad="114300">
            <a:prstClr val="black"/>
          </a:innerShd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D43FD0-67B8-41E8-B04D-18CDFCEAF0FF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35C2BD-8122-4761-9947-4CC58BDA5BCA}">
      <dsp:nvSpPr>
        <dsp:cNvPr id="0" name=""/>
        <dsp:cNvSpPr/>
      </dsp:nvSpPr>
      <dsp:spPr>
        <a:xfrm>
          <a:off x="1058686" y="229333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3. </a:t>
          </a:r>
          <a:r>
            <a:rPr lang="ko-KR" altLang="en-US" sz="2200" kern="1200" dirty="0"/>
            <a:t>관계 </a:t>
          </a:r>
          <a:r>
            <a:rPr lang="ko-KR" altLang="en-US" sz="2200" kern="1200" dirty="0" err="1"/>
            <a:t>데이테</a:t>
          </a:r>
          <a:r>
            <a:rPr lang="ko-KR" altLang="en-US" sz="2200" kern="1200" dirty="0"/>
            <a:t> 베이스 모델</a:t>
          </a:r>
          <a:endParaRPr lang="en-US" sz="2200" kern="1200" dirty="0"/>
        </a:p>
      </dsp:txBody>
      <dsp:txXfrm>
        <a:off x="1058686" y="2293338"/>
        <a:ext cx="9456913" cy="916611"/>
      </dsp:txXfrm>
    </dsp:sp>
    <dsp:sp modelId="{43F03C19-DB3E-49E3-AE2E-482C17E4259B}">
      <dsp:nvSpPr>
        <dsp:cNvPr id="0" name=""/>
        <dsp:cNvSpPr/>
      </dsp:nvSpPr>
      <dsp:spPr>
        <a:xfrm>
          <a:off x="0" y="3439103"/>
          <a:ext cx="10515600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114300">
            <a:prstClr val="black"/>
          </a:innerShd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9DD12B-E715-479E-A640-AC9E34EDCB1C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AD2BCC-3BC1-4E15-A5D5-3F0EF3AB8872}">
      <dsp:nvSpPr>
        <dsp:cNvPr id="0" name=""/>
        <dsp:cNvSpPr/>
      </dsp:nvSpPr>
      <dsp:spPr>
        <a:xfrm>
          <a:off x="1058686" y="343910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4. </a:t>
          </a:r>
          <a:r>
            <a:rPr lang="en-US" altLang="ko-KR" sz="2200" kern="1200"/>
            <a:t>ER </a:t>
          </a:r>
          <a:r>
            <a:rPr lang="ko-KR" altLang="en-US" sz="2200" kern="1200"/>
            <a:t>다이어그램</a:t>
          </a:r>
          <a:endParaRPr lang="en-US" sz="2200" kern="1200"/>
        </a:p>
      </dsp:txBody>
      <dsp:txXfrm>
        <a:off x="1058686" y="3439103"/>
        <a:ext cx="9456913" cy="9166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11/4/2020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6656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180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262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546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520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486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579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11/4/2020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03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891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026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283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427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83" r:id="rId6"/>
    <p:sldLayoutId id="2147483979" r:id="rId7"/>
    <p:sldLayoutId id="2147483980" r:id="rId8"/>
    <p:sldLayoutId id="2147483981" r:id="rId9"/>
    <p:sldLayoutId id="2147483982" r:id="rId10"/>
    <p:sldLayoutId id="21474839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2D6FBB9D-1CAA-4D05-AB33-BABDFE17B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04727B71-B4B6-4823-80A1-68C40B475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9A6DB05-9FB5-4B07-8675-74C23D4F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실외이(가) 표시된 사진&#10;&#10;자동 생성된 설명">
            <a:extLst>
              <a:ext uri="{FF2B5EF4-FFF2-40B4-BE49-F238E27FC236}">
                <a16:creationId xmlns:a16="http://schemas.microsoft.com/office/drawing/2014/main" id="{697E2BA9-5B83-45C0-AE21-C292738F329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15730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9ED1E9E-E2A0-4B9D-99FD-2C9EEA95A1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9" y="941832"/>
            <a:ext cx="10506456" cy="14383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altLang="ko-KR" sz="5000" dirty="0" err="1"/>
              <a:t>db</a:t>
            </a:r>
            <a:endParaRPr lang="en-US" altLang="ko-KR" sz="5000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ED6F85D-263D-4D56-92A4-BB8AF0EF58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76660" y="3919296"/>
            <a:ext cx="4748993" cy="2920406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 fontScale="92500"/>
          </a:bodyPr>
          <a:lstStyle/>
          <a:p>
            <a:pPr marL="114300" algn="ctr">
              <a:lnSpc>
                <a:spcPct val="100000"/>
              </a:lnSpc>
            </a:pPr>
            <a:r>
              <a:rPr lang="en-US" altLang="ko-KR" sz="2200" b="1" dirty="0"/>
              <a:t>2</a:t>
            </a:r>
            <a:r>
              <a:rPr lang="ko-KR" altLang="en-US" sz="2200" b="1" dirty="0"/>
              <a:t>조</a:t>
            </a:r>
            <a:endParaRPr lang="en-US" altLang="ko-KR" sz="2200" b="1" dirty="0"/>
          </a:p>
          <a:p>
            <a:pPr marL="342900" indent="-228600" algn="r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2200" b="1" dirty="0"/>
              <a:t>조장  </a:t>
            </a:r>
            <a:r>
              <a:rPr lang="en-US" altLang="ko-KR" sz="2200" b="1" dirty="0"/>
              <a:t>:  </a:t>
            </a:r>
            <a:r>
              <a:rPr lang="ko-KR" altLang="en-US" sz="2200" b="1" dirty="0"/>
              <a:t>컴퓨터공학전공 </a:t>
            </a:r>
            <a:r>
              <a:rPr lang="en-US" altLang="ko-KR" sz="2200" b="1" dirty="0"/>
              <a:t>2</a:t>
            </a:r>
            <a:r>
              <a:rPr lang="ko-KR" altLang="en-US" sz="2200" b="1" dirty="0"/>
              <a:t>학년 </a:t>
            </a:r>
            <a:r>
              <a:rPr lang="ko-KR" altLang="en-US" sz="2200" b="1" dirty="0" err="1"/>
              <a:t>권순호</a:t>
            </a:r>
            <a:r>
              <a:rPr lang="en-US" altLang="ko-KR" sz="2200" b="1" dirty="0"/>
              <a:t> </a:t>
            </a:r>
          </a:p>
          <a:p>
            <a:pPr marL="342900" indent="-228600" algn="r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2200" b="1" dirty="0"/>
              <a:t>조원  </a:t>
            </a:r>
            <a:r>
              <a:rPr lang="en-US" altLang="ko-KR" sz="2200" b="1" dirty="0"/>
              <a:t>:       </a:t>
            </a:r>
            <a:r>
              <a:rPr lang="ko-KR" altLang="en-US" sz="2200" b="1" dirty="0"/>
              <a:t>기계공학과    </a:t>
            </a:r>
            <a:r>
              <a:rPr lang="en-US" altLang="ko-KR" sz="2200" b="1" dirty="0"/>
              <a:t>3</a:t>
            </a:r>
            <a:r>
              <a:rPr lang="ko-KR" altLang="en-US" sz="2200" b="1" dirty="0"/>
              <a:t>학년</a:t>
            </a:r>
            <a:r>
              <a:rPr lang="en-US" altLang="ko-KR" sz="2200" b="1" dirty="0"/>
              <a:t> </a:t>
            </a:r>
            <a:r>
              <a:rPr lang="ko-KR" altLang="en-US" sz="2200" b="1" dirty="0" err="1"/>
              <a:t>류연동</a:t>
            </a:r>
            <a:endParaRPr lang="en-US" altLang="ko-KR" sz="2200" b="1" dirty="0"/>
          </a:p>
          <a:p>
            <a:pPr algn="r">
              <a:lnSpc>
                <a:spcPct val="100000"/>
              </a:lnSpc>
            </a:pPr>
            <a:r>
              <a:rPr lang="ko-KR" altLang="en-US" sz="2200" b="1" dirty="0"/>
              <a:t>컴퓨터공학전공 </a:t>
            </a:r>
            <a:r>
              <a:rPr lang="en-US" altLang="ko-KR" sz="2200" b="1" dirty="0"/>
              <a:t>2</a:t>
            </a:r>
            <a:r>
              <a:rPr lang="ko-KR" altLang="en-US" sz="2200" b="1" dirty="0"/>
              <a:t>학년 </a:t>
            </a:r>
            <a:r>
              <a:rPr lang="ko-KR" altLang="en-US" sz="2200" b="1" dirty="0" err="1"/>
              <a:t>배준일</a:t>
            </a:r>
            <a:endParaRPr lang="en-US" altLang="ko-KR" sz="2200" b="1" dirty="0"/>
          </a:p>
          <a:p>
            <a:pPr algn="r">
              <a:lnSpc>
                <a:spcPct val="100000"/>
              </a:lnSpc>
            </a:pPr>
            <a:r>
              <a:rPr lang="ko-KR" altLang="en-US" sz="2200" b="1" dirty="0"/>
              <a:t>컴퓨터공학전공 </a:t>
            </a:r>
            <a:r>
              <a:rPr lang="en-US" altLang="ko-KR" sz="2200" b="1" dirty="0"/>
              <a:t>2</a:t>
            </a:r>
            <a:r>
              <a:rPr lang="ko-KR" altLang="en-US" sz="2200" b="1" dirty="0"/>
              <a:t>학년 유승주</a:t>
            </a:r>
            <a:endParaRPr lang="en-US" altLang="ko-KR" sz="2200" b="1" dirty="0"/>
          </a:p>
          <a:p>
            <a:pPr algn="r">
              <a:lnSpc>
                <a:spcPct val="100000"/>
              </a:lnSpc>
            </a:pPr>
            <a:r>
              <a:rPr lang="ko-KR" altLang="en-US" sz="2200" b="1" dirty="0"/>
              <a:t>컴퓨터공학전공 </a:t>
            </a:r>
            <a:r>
              <a:rPr lang="en-US" altLang="ko-KR" sz="2200" b="1" dirty="0"/>
              <a:t>2</a:t>
            </a:r>
            <a:r>
              <a:rPr lang="ko-KR" altLang="en-US" sz="2200" b="1" dirty="0"/>
              <a:t>학년 정우영</a:t>
            </a:r>
            <a:endParaRPr lang="en-US" altLang="ko-KR" sz="2200" b="1" dirty="0"/>
          </a:p>
          <a:p>
            <a:pPr indent="-228600" algn="r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342900" indent="-228600" algn="r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indent="-228600" algn="r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sz="2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243370A-94FC-4935-A039-40894F24F7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826" y="5371462"/>
            <a:ext cx="2619299" cy="1486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5359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FF8D2E5-2C4E-47B1-930B-6C82B7C31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E60DE4A-27B0-4433-8BB2-A4D0E1BB5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1312"/>
            <a:ext cx="10506456" cy="1010264"/>
          </a:xfrm>
        </p:spPr>
        <p:txBody>
          <a:bodyPr anchor="ctr">
            <a:normAutofit/>
          </a:bodyPr>
          <a:lstStyle/>
          <a:p>
            <a:pPr algn="ctr"/>
            <a:r>
              <a:rPr lang="en-US" altLang="ko-KR" dirty="0"/>
              <a:t>INDEX</a:t>
            </a:r>
            <a:endParaRPr lang="ko-KR" alt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1E4ADA-0EA9-4930-846E-3C11E8BED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7618"/>
            <a:ext cx="128016" cy="6314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380864"/>
            <a:ext cx="1050645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6" name="내용 개체 틀 2">
            <a:extLst>
              <a:ext uri="{FF2B5EF4-FFF2-40B4-BE49-F238E27FC236}">
                <a16:creationId xmlns:a16="http://schemas.microsoft.com/office/drawing/2014/main" id="{5A26ED27-0FD3-47B7-89F7-2701C2EDF3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1285200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43139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rgbClr val="00B05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06F21-0F7B-4283-A782-924C34548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2168" y="2444634"/>
            <a:ext cx="3383832" cy="1968732"/>
          </a:xfrm>
        </p:spPr>
        <p:txBody>
          <a:bodyPr>
            <a:normAutofit/>
          </a:bodyPr>
          <a:lstStyle/>
          <a:p>
            <a:r>
              <a:rPr lang="ko-KR" altLang="en-US" sz="54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주제 선정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161A5BA-9035-41D8-9B33-D70AABE3F72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7030A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7005872" y="1879269"/>
            <a:ext cx="3383832" cy="338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403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FF5C95-6A64-43A5-B446-48FD6EE6E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업무 선정 과정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470C19-3DC4-497D-A852-7B692D4FD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93" y="24624"/>
            <a:ext cx="1866123" cy="636237"/>
          </a:xfrm>
          <a:prstGeom prst="roundRect">
            <a:avLst>
              <a:gd name="adj" fmla="val 10000"/>
            </a:avLst>
          </a:prstGeom>
          <a:solidFill>
            <a:srgbClr val="7030A0"/>
          </a:solidFill>
          <a:effectLst>
            <a:innerShdw blurRad="114300">
              <a:prstClr val="black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pPr marL="0" indent="0">
              <a:buNone/>
            </a:pPr>
            <a:r>
              <a:rPr lang="ko-KR" altLang="en-US" dirty="0">
                <a:solidFill>
                  <a:schemeClr val="bg2"/>
                </a:solidFill>
              </a:rPr>
              <a:t> 주제 선정</a:t>
            </a:r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ECE514D5-5FBB-425B-BD4E-03D31BF12D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53" b="1"/>
          <a:stretch/>
        </p:blipFill>
        <p:spPr>
          <a:xfrm>
            <a:off x="8568490" y="957890"/>
            <a:ext cx="2901820" cy="47625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ABC1A0D6-843D-46B8-A60D-3D54BB1A684A}"/>
              </a:ext>
            </a:extLst>
          </p:cNvPr>
          <p:cNvSpPr/>
          <p:nvPr/>
        </p:nvSpPr>
        <p:spPr>
          <a:xfrm>
            <a:off x="5261905" y="2659224"/>
            <a:ext cx="1875453" cy="1359564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투표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814AD8-2799-46D9-9E77-D28BD301112F}"/>
              </a:ext>
            </a:extLst>
          </p:cNvPr>
          <p:cNvSpPr txBox="1"/>
          <p:nvPr/>
        </p:nvSpPr>
        <p:spPr>
          <a:xfrm>
            <a:off x="1688842" y="2659224"/>
            <a:ext cx="25565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업무 관련 내부적으로 논의를 거쳐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합리적인 업무 선정 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1064B337-1E40-469A-960B-E9F3B29C82C1}"/>
              </a:ext>
            </a:extLst>
          </p:cNvPr>
          <p:cNvSpPr/>
          <p:nvPr/>
        </p:nvSpPr>
        <p:spPr>
          <a:xfrm>
            <a:off x="961054" y="5129785"/>
            <a:ext cx="1123779" cy="70953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98AE2E-A907-4A6B-9E91-E73415785F27}"/>
              </a:ext>
            </a:extLst>
          </p:cNvPr>
          <p:cNvSpPr txBox="1"/>
          <p:nvPr/>
        </p:nvSpPr>
        <p:spPr>
          <a:xfrm>
            <a:off x="2630114" y="5351120"/>
            <a:ext cx="3777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항공 관련 사업을 선정하게 되었다</a:t>
            </a:r>
            <a:r>
              <a:rPr lang="en-US" altLang="ko-KR" dirty="0"/>
              <a:t>. (</a:t>
            </a:r>
            <a:r>
              <a:rPr lang="ko-KR" altLang="en-US" dirty="0"/>
              <a:t>수정 예정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2682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FF5C95-6A64-43A5-B446-48FD6EE6E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ko-KR" altLang="en-US" dirty="0"/>
              <a:t>항공 서비스를 구현한 데이터베이스 설계</a:t>
            </a:r>
            <a:br>
              <a:rPr lang="en-US" altLang="ko-KR" dirty="0"/>
            </a:br>
            <a:r>
              <a:rPr lang="en-US" altLang="ko-KR" dirty="0"/>
              <a:t>(T-Way Airline)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C9D0DE1-B6F5-4921-90BC-99FE9880D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054" y="2448539"/>
            <a:ext cx="10168128" cy="3694176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선정 이유</a:t>
            </a:r>
            <a:endParaRPr lang="en-US" altLang="ko-KR" dirty="0"/>
          </a:p>
          <a:p>
            <a:r>
              <a:rPr lang="ko-KR" altLang="en-US" dirty="0"/>
              <a:t>타 후보군에 비해 업무의 분담이 잘 되어있다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추가 예정</a:t>
            </a:r>
          </a:p>
        </p:txBody>
      </p:sp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A0AB8623-6155-41DE-A129-6FA55966424B}"/>
              </a:ext>
            </a:extLst>
          </p:cNvPr>
          <p:cNvSpPr txBox="1">
            <a:spLocks/>
          </p:cNvSpPr>
          <p:nvPr/>
        </p:nvSpPr>
        <p:spPr>
          <a:xfrm>
            <a:off x="27993" y="24624"/>
            <a:ext cx="1866123" cy="636237"/>
          </a:xfrm>
          <a:prstGeom prst="roundRect">
            <a:avLst>
              <a:gd name="adj" fmla="val 10000"/>
            </a:avLst>
          </a:prstGeom>
          <a:solidFill>
            <a:srgbClr val="7030A0"/>
          </a:solidFill>
          <a:effectLst>
            <a:innerShdw blurRad="114300">
              <a:prstClr val="black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>
                <a:solidFill>
                  <a:schemeClr val="bg2"/>
                </a:solidFill>
              </a:rPr>
              <a:t> 주제 선정</a:t>
            </a:r>
            <a:endParaRPr lang="ko-KR" alt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2291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rgbClr val="00B05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06F21-0F7B-4283-A782-924C34548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1565" y="2205702"/>
            <a:ext cx="3962400" cy="1968732"/>
          </a:xfrm>
        </p:spPr>
        <p:txBody>
          <a:bodyPr>
            <a:normAutofit/>
          </a:bodyPr>
          <a:lstStyle/>
          <a:p>
            <a:r>
              <a:rPr lang="ko-KR" altLang="en-US" sz="54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요구사항 명세</a:t>
            </a:r>
          </a:p>
        </p:txBody>
      </p:sp>
      <p:sp>
        <p:nvSpPr>
          <p:cNvPr id="5" name="직사각형 4" descr="확인 표시">
            <a:extLst>
              <a:ext uri="{FF2B5EF4-FFF2-40B4-BE49-F238E27FC236}">
                <a16:creationId xmlns:a16="http://schemas.microsoft.com/office/drawing/2014/main" id="{86097E7F-79C6-4651-BD73-F42A569CF4EB}"/>
              </a:ext>
            </a:extLst>
          </p:cNvPr>
          <p:cNvSpPr/>
          <p:nvPr/>
        </p:nvSpPr>
        <p:spPr>
          <a:xfrm>
            <a:off x="7699236" y="1771532"/>
            <a:ext cx="2955511" cy="2641442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464159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FF5C95-6A64-43A5-B446-48FD6EE6E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데이터 요구사항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470C19-3DC4-497D-A852-7B692D4FD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93" y="26128"/>
            <a:ext cx="2500603" cy="522512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effectLst>
            <a:innerShdw blurRad="114300">
              <a:prstClr val="black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>
                <a:solidFill>
                  <a:schemeClr val="bg2"/>
                </a:solidFill>
              </a:rPr>
              <a:t> 요구사항 명세서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A7EE2E-37C2-4ED1-9198-19F19C12AC60}"/>
              </a:ext>
            </a:extLst>
          </p:cNvPr>
          <p:cNvSpPr txBox="1"/>
          <p:nvPr/>
        </p:nvSpPr>
        <p:spPr>
          <a:xfrm>
            <a:off x="1365250" y="2250728"/>
            <a:ext cx="94615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T-way </a:t>
            </a:r>
            <a:r>
              <a:rPr lang="ko-KR" altLang="en-US" dirty="0"/>
              <a:t>항공사가 있는 공항의 경영자</a:t>
            </a:r>
            <a:r>
              <a:rPr lang="en-US" altLang="ko-KR" dirty="0"/>
              <a:t>(Director)</a:t>
            </a:r>
            <a:r>
              <a:rPr lang="ko-KR" altLang="en-US" dirty="0"/>
              <a:t>는 각 한명이 관리한다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각 부서는 한 명의 책임자</a:t>
            </a:r>
            <a:r>
              <a:rPr lang="en-US" altLang="ko-KR" dirty="0"/>
              <a:t>(Manager)</a:t>
            </a:r>
            <a:r>
              <a:rPr lang="ko-KR" altLang="en-US" dirty="0"/>
              <a:t>가 직원 및 서비스를 관리한다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T-way </a:t>
            </a:r>
            <a:r>
              <a:rPr lang="ko-KR" altLang="en-US" dirty="0"/>
              <a:t>항공사가 속한 공항 전체의 서비스를 관리한다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추가 예정</a:t>
            </a:r>
          </a:p>
        </p:txBody>
      </p:sp>
    </p:spTree>
    <p:extLst>
      <p:ext uri="{BB962C8B-B14F-4D97-AF65-F5344CB8AC3E}">
        <p14:creationId xmlns:p14="http://schemas.microsoft.com/office/powerpoint/2010/main" val="1520689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FF5C95-6A64-43A5-B446-48FD6EE6E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데이터 요구사항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470C19-3DC4-497D-A852-7B692D4FD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93" y="26128"/>
            <a:ext cx="2500603" cy="522512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effectLst>
            <a:innerShdw blurRad="114300">
              <a:prstClr val="black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>
                <a:solidFill>
                  <a:schemeClr val="bg2"/>
                </a:solidFill>
              </a:rPr>
              <a:t> 요구사항 명세서</a:t>
            </a:r>
          </a:p>
        </p:txBody>
      </p:sp>
    </p:spTree>
    <p:extLst>
      <p:ext uri="{BB962C8B-B14F-4D97-AF65-F5344CB8AC3E}">
        <p14:creationId xmlns:p14="http://schemas.microsoft.com/office/powerpoint/2010/main" val="2109795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FF5C95-6A64-43A5-B446-48FD6EE6E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기능 요구사항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470C19-3DC4-497D-A852-7B692D4FD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93" y="26128"/>
            <a:ext cx="2500603" cy="522512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effectLst>
            <a:innerShdw blurRad="114300">
              <a:prstClr val="black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>
                <a:solidFill>
                  <a:schemeClr val="bg2"/>
                </a:solidFill>
              </a:rPr>
              <a:t> 요구사항 명세서</a:t>
            </a:r>
          </a:p>
        </p:txBody>
      </p:sp>
      <p:sp>
        <p:nvSpPr>
          <p:cNvPr id="5" name="직사각형 4" descr="확인 표시">
            <a:extLst>
              <a:ext uri="{FF2B5EF4-FFF2-40B4-BE49-F238E27FC236}">
                <a16:creationId xmlns:a16="http://schemas.microsoft.com/office/drawing/2014/main" id="{45434C70-F802-4651-9136-4327107CDB8A}"/>
              </a:ext>
            </a:extLst>
          </p:cNvPr>
          <p:cNvSpPr/>
          <p:nvPr/>
        </p:nvSpPr>
        <p:spPr>
          <a:xfrm>
            <a:off x="5843932" y="3176932"/>
            <a:ext cx="504136" cy="504136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F93F3F-4758-4E77-9C42-FDE907C20AD5}"/>
              </a:ext>
            </a:extLst>
          </p:cNvPr>
          <p:cNvSpPr txBox="1"/>
          <p:nvPr/>
        </p:nvSpPr>
        <p:spPr>
          <a:xfrm>
            <a:off x="759868" y="2341982"/>
            <a:ext cx="1096871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각 경영자</a:t>
            </a:r>
            <a:r>
              <a:rPr lang="en-US" altLang="ko-KR" dirty="0"/>
              <a:t>(Director)</a:t>
            </a:r>
            <a:r>
              <a:rPr lang="ko-KR" altLang="en-US" dirty="0"/>
              <a:t>는 소비자의 예약 등 권리를 제외한 모든 권한을 갖을 수 있다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각 부서의 책임자</a:t>
            </a:r>
            <a:r>
              <a:rPr lang="en-US" altLang="ko-KR" dirty="0"/>
              <a:t>(Manager)</a:t>
            </a:r>
            <a:r>
              <a:rPr lang="ko-KR" altLang="en-US" dirty="0"/>
              <a:t>는 부서의 모든 권한을 갖으며 직원의 급여를 조정할 수 있다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각 부서의 직원은 재고관리를 할 수 있으며</a:t>
            </a:r>
            <a:r>
              <a:rPr lang="en-US" altLang="ko-KR" dirty="0"/>
              <a:t>, </a:t>
            </a:r>
            <a:r>
              <a:rPr lang="ko-KR" altLang="en-US" dirty="0"/>
              <a:t>재고가 있는 경우 소비자로부터 예약이 될 수 있다</a:t>
            </a:r>
            <a:r>
              <a:rPr lang="en-US" altLang="ko-KR" dirty="0"/>
              <a:t>.(</a:t>
            </a:r>
            <a:r>
              <a:rPr lang="ko-KR" altLang="en-US" dirty="0"/>
              <a:t>트랜잭션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소비자는 자신의 예약 정보 및 원하는 부서의 재고를 확인할 수 있는 권한을 갖는다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추가 예정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73692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accent3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06F21-0F7B-4283-A782-924C34548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1653" y="2239305"/>
            <a:ext cx="4949964" cy="1968732"/>
          </a:xfrm>
        </p:spPr>
        <p:txBody>
          <a:bodyPr>
            <a:normAutofit fontScale="90000"/>
          </a:bodyPr>
          <a:lstStyle/>
          <a:p>
            <a:r>
              <a:rPr lang="ko-KR" altLang="en-US" sz="54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개념적 관계 데이터 베이스 설계</a:t>
            </a:r>
          </a:p>
        </p:txBody>
      </p:sp>
      <p:sp>
        <p:nvSpPr>
          <p:cNvPr id="4" name="직사각형 3" descr="트로피">
            <a:extLst>
              <a:ext uri="{FF2B5EF4-FFF2-40B4-BE49-F238E27FC236}">
                <a16:creationId xmlns:a16="http://schemas.microsoft.com/office/drawing/2014/main" id="{006C6511-889D-438A-9B9C-F4279E2055B6}"/>
              </a:ext>
            </a:extLst>
          </p:cNvPr>
          <p:cNvSpPr/>
          <p:nvPr/>
        </p:nvSpPr>
        <p:spPr>
          <a:xfrm>
            <a:off x="7725739" y="2054086"/>
            <a:ext cx="2306155" cy="2339169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1425354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FF5C95-6A64-43A5-B446-48FD6EE6E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Entity Type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470C19-3DC4-497D-A852-7B692D4FD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92" y="26128"/>
            <a:ext cx="1903445" cy="522512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effectLst>
            <a:innerShdw blurRad="114300">
              <a:prstClr val="black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>
                <a:solidFill>
                  <a:schemeClr val="bg2"/>
                </a:solidFill>
              </a:rPr>
              <a:t>개념적 설계</a:t>
            </a:r>
            <a:endParaRPr lang="ko-KR" altLang="en-US" sz="2400" dirty="0">
              <a:solidFill>
                <a:schemeClr val="bg2"/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0974E84-BC1E-40DD-8E42-A3B1426E402D}"/>
              </a:ext>
            </a:extLst>
          </p:cNvPr>
          <p:cNvGrpSpPr/>
          <p:nvPr/>
        </p:nvGrpSpPr>
        <p:grpSpPr>
          <a:xfrm>
            <a:off x="350071" y="1539952"/>
            <a:ext cx="3533163" cy="2403445"/>
            <a:chOff x="159391" y="415257"/>
            <a:chExt cx="3533163" cy="2403445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79F114B0-D814-4CFA-8E00-7B01D3ECD343}"/>
                </a:ext>
              </a:extLst>
            </p:cNvPr>
            <p:cNvSpPr/>
            <p:nvPr/>
          </p:nvSpPr>
          <p:spPr>
            <a:xfrm>
              <a:off x="885037" y="415257"/>
              <a:ext cx="1614882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/>
                <a:t>Arpt_Name</a:t>
              </a:r>
              <a:endParaRPr lang="ko-KR" altLang="en-US" sz="1400" dirty="0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9F41AB4-C4C0-4905-924B-1A9896D8EE75}"/>
                </a:ext>
              </a:extLst>
            </p:cNvPr>
            <p:cNvSpPr/>
            <p:nvPr/>
          </p:nvSpPr>
          <p:spPr>
            <a:xfrm>
              <a:off x="1724637" y="1715548"/>
              <a:ext cx="917895" cy="44461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AirPort</a:t>
              </a:r>
              <a:endParaRPr lang="ko-KR" altLang="en-US" dirty="0"/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8340E8DF-28DB-44A2-85FC-4B3079CA9F43}"/>
                </a:ext>
              </a:extLst>
            </p:cNvPr>
            <p:cNvCxnSpPr>
              <a:cxnSpLocks/>
              <a:stCxn id="25" idx="4"/>
              <a:endCxn id="26" idx="0"/>
            </p:cNvCxnSpPr>
            <p:nvPr/>
          </p:nvCxnSpPr>
          <p:spPr>
            <a:xfrm>
              <a:off x="1692478" y="859874"/>
              <a:ext cx="491107" cy="85567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9D8FF575-60E4-4EE1-A5E1-666D10180DCB}"/>
                </a:ext>
              </a:extLst>
            </p:cNvPr>
            <p:cNvSpPr/>
            <p:nvPr/>
          </p:nvSpPr>
          <p:spPr>
            <a:xfrm>
              <a:off x="159391" y="2374084"/>
              <a:ext cx="1728132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/>
                <a:t>Contct_Num</a:t>
              </a:r>
              <a:endParaRPr lang="ko-KR" altLang="en-US" sz="1400" dirty="0"/>
            </a:p>
          </p:txBody>
        </p: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C48574A5-6EAC-497D-A9F9-7398EEA1A057}"/>
                </a:ext>
              </a:extLst>
            </p:cNvPr>
            <p:cNvCxnSpPr>
              <a:cxnSpLocks/>
              <a:stCxn id="26" idx="1"/>
              <a:endCxn id="28" idx="0"/>
            </p:cNvCxnSpPr>
            <p:nvPr/>
          </p:nvCxnSpPr>
          <p:spPr>
            <a:xfrm flipH="1">
              <a:off x="1023457" y="1937857"/>
              <a:ext cx="701180" cy="43622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2C7EB3AF-DAFD-41DD-9269-92E020486C77}"/>
                </a:ext>
              </a:extLst>
            </p:cNvPr>
            <p:cNvSpPr/>
            <p:nvPr/>
          </p:nvSpPr>
          <p:spPr>
            <a:xfrm>
              <a:off x="1964422" y="2374084"/>
              <a:ext cx="1728132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Affiliation</a:t>
              </a:r>
              <a:endParaRPr lang="ko-KR" altLang="en-US" sz="1400" dirty="0"/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8B42C142-A712-4B6C-A752-1E2A5D785373}"/>
                </a:ext>
              </a:extLst>
            </p:cNvPr>
            <p:cNvCxnSpPr>
              <a:cxnSpLocks/>
              <a:stCxn id="26" idx="2"/>
              <a:endCxn id="30" idx="0"/>
            </p:cNvCxnSpPr>
            <p:nvPr/>
          </p:nvCxnSpPr>
          <p:spPr>
            <a:xfrm>
              <a:off x="2183585" y="2160165"/>
              <a:ext cx="644903" cy="21391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91EAEF58-44C2-4F9A-8154-7D78C8D098F6}"/>
                </a:ext>
              </a:extLst>
            </p:cNvPr>
            <p:cNvCxnSpPr/>
            <p:nvPr/>
          </p:nvCxnSpPr>
          <p:spPr>
            <a:xfrm>
              <a:off x="1179701" y="742911"/>
              <a:ext cx="1003883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597D4A3-1D15-468A-B952-B0B870A0C084}"/>
              </a:ext>
            </a:extLst>
          </p:cNvPr>
          <p:cNvGrpSpPr/>
          <p:nvPr/>
        </p:nvGrpSpPr>
        <p:grpSpPr>
          <a:xfrm>
            <a:off x="3873797" y="1690467"/>
            <a:ext cx="3216480" cy="1918281"/>
            <a:chOff x="3036812" y="415257"/>
            <a:chExt cx="3216480" cy="1918281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AE9E3FDE-BC7B-481E-8C95-5B00965C4E18}"/>
                </a:ext>
              </a:extLst>
            </p:cNvPr>
            <p:cNvSpPr/>
            <p:nvPr/>
          </p:nvSpPr>
          <p:spPr>
            <a:xfrm>
              <a:off x="4651695" y="1645640"/>
              <a:ext cx="1033244" cy="68789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T-way Airline</a:t>
              </a:r>
              <a:endParaRPr lang="ko-KR" altLang="en-US" dirty="0"/>
            </a:p>
          </p:txBody>
        </p: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5269D2FD-F9B2-40AC-9A39-480B97702BBE}"/>
                </a:ext>
              </a:extLst>
            </p:cNvPr>
            <p:cNvCxnSpPr>
              <a:cxnSpLocks/>
              <a:stCxn id="33" idx="0"/>
              <a:endCxn id="35" idx="4"/>
            </p:cNvCxnSpPr>
            <p:nvPr/>
          </p:nvCxnSpPr>
          <p:spPr>
            <a:xfrm flipH="1" flipV="1">
              <a:off x="3913463" y="859874"/>
              <a:ext cx="1254854" cy="78576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FE166AF0-DBE4-4F33-AA55-3253F44C0411}"/>
                </a:ext>
              </a:extLst>
            </p:cNvPr>
            <p:cNvSpPr/>
            <p:nvPr/>
          </p:nvSpPr>
          <p:spPr>
            <a:xfrm>
              <a:off x="3036812" y="415257"/>
              <a:ext cx="1753301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/>
                <a:t>Aport_Name</a:t>
              </a:r>
              <a:endParaRPr lang="ko-KR" altLang="en-US" sz="1400" dirty="0"/>
            </a:p>
          </p:txBody>
        </p: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82C37090-0E57-417A-B849-272CB039761F}"/>
                </a:ext>
              </a:extLst>
            </p:cNvPr>
            <p:cNvCxnSpPr>
              <a:cxnSpLocks/>
              <a:stCxn id="33" idx="0"/>
              <a:endCxn id="37" idx="4"/>
            </p:cNvCxnSpPr>
            <p:nvPr/>
          </p:nvCxnSpPr>
          <p:spPr>
            <a:xfrm flipV="1">
              <a:off x="5168317" y="889236"/>
              <a:ext cx="423992" cy="75640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8CADE138-16CA-4604-B6A0-80AE954E9C17}"/>
                </a:ext>
              </a:extLst>
            </p:cNvPr>
            <p:cNvSpPr/>
            <p:nvPr/>
          </p:nvSpPr>
          <p:spPr>
            <a:xfrm>
              <a:off x="4931326" y="444619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Director</a:t>
              </a:r>
              <a:endParaRPr lang="ko-KR" altLang="en-US" sz="1400" dirty="0"/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B1DD4590-BA11-44AC-AE8B-73C43645A0CA}"/>
              </a:ext>
            </a:extLst>
          </p:cNvPr>
          <p:cNvGrpSpPr/>
          <p:nvPr/>
        </p:nvGrpSpPr>
        <p:grpSpPr>
          <a:xfrm>
            <a:off x="6897340" y="2184111"/>
            <a:ext cx="5024310" cy="1723937"/>
            <a:chOff x="6765019" y="479571"/>
            <a:chExt cx="5024310" cy="1723937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5E197F15-1A6A-4D3C-8669-C7C2BA15945E}"/>
                </a:ext>
              </a:extLst>
            </p:cNvPr>
            <p:cNvSpPr/>
            <p:nvPr/>
          </p:nvSpPr>
          <p:spPr>
            <a:xfrm>
              <a:off x="8058500" y="1758891"/>
              <a:ext cx="1236502" cy="44461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Employee</a:t>
              </a:r>
              <a:endParaRPr lang="ko-KR" altLang="en-US" dirty="0"/>
            </a:p>
          </p:txBody>
        </p: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097C79B9-A232-48DF-B5E2-0C68547C1B5B}"/>
                </a:ext>
              </a:extLst>
            </p:cNvPr>
            <p:cNvCxnSpPr>
              <a:cxnSpLocks/>
              <a:stCxn id="39" idx="0"/>
              <a:endCxn id="41" idx="4"/>
            </p:cNvCxnSpPr>
            <p:nvPr/>
          </p:nvCxnSpPr>
          <p:spPr>
            <a:xfrm flipH="1" flipV="1">
              <a:off x="7426002" y="924188"/>
              <a:ext cx="1250749" cy="83470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B27E26A6-E90B-4DFA-9C17-190BB7204154}"/>
                </a:ext>
              </a:extLst>
            </p:cNvPr>
            <p:cNvSpPr/>
            <p:nvPr/>
          </p:nvSpPr>
          <p:spPr>
            <a:xfrm>
              <a:off x="6765019" y="479571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Emp No</a:t>
              </a:r>
              <a:endParaRPr lang="ko-KR" altLang="en-US" sz="1400" dirty="0"/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185E9E2D-C9D0-4379-B366-C02A6050092E}"/>
                </a:ext>
              </a:extLst>
            </p:cNvPr>
            <p:cNvCxnSpPr/>
            <p:nvPr/>
          </p:nvCxnSpPr>
          <p:spPr>
            <a:xfrm>
              <a:off x="7024728" y="831454"/>
              <a:ext cx="792000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EC9E8406-F90A-4EB7-8092-BE1F1C7F91C5}"/>
                </a:ext>
              </a:extLst>
            </p:cNvPr>
            <p:cNvCxnSpPr>
              <a:cxnSpLocks/>
              <a:stCxn id="39" idx="0"/>
              <a:endCxn id="44" idx="4"/>
            </p:cNvCxnSpPr>
            <p:nvPr/>
          </p:nvCxnSpPr>
          <p:spPr>
            <a:xfrm flipV="1">
              <a:off x="8676751" y="931181"/>
              <a:ext cx="208057" cy="8277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658105F9-C015-45B6-A9E1-B2E8B2752AFC}"/>
                </a:ext>
              </a:extLst>
            </p:cNvPr>
            <p:cNvSpPr/>
            <p:nvPr/>
          </p:nvSpPr>
          <p:spPr>
            <a:xfrm>
              <a:off x="8223825" y="486564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Salary</a:t>
              </a:r>
              <a:endParaRPr lang="ko-KR" altLang="en-US" sz="1400" dirty="0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F9C6A8CF-DDDA-4C65-BE68-FC588A488C66}"/>
                </a:ext>
              </a:extLst>
            </p:cNvPr>
            <p:cNvSpPr/>
            <p:nvPr/>
          </p:nvSpPr>
          <p:spPr>
            <a:xfrm>
              <a:off x="9849461" y="595619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Title</a:t>
              </a:r>
              <a:endParaRPr lang="ko-KR" altLang="en-US" sz="1400" dirty="0"/>
            </a:p>
          </p:txBody>
        </p: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4ADBF69A-10D4-4C5E-8F44-93AAA510A22E}"/>
                </a:ext>
              </a:extLst>
            </p:cNvPr>
            <p:cNvCxnSpPr>
              <a:cxnSpLocks/>
              <a:stCxn id="39" idx="3"/>
              <a:endCxn id="47" idx="2"/>
            </p:cNvCxnSpPr>
            <p:nvPr/>
          </p:nvCxnSpPr>
          <p:spPr>
            <a:xfrm flipV="1">
              <a:off x="9295002" y="1698073"/>
              <a:ext cx="1172361" cy="28312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10EA4DF2-CB17-466F-BED6-8B9164A12146}"/>
                </a:ext>
              </a:extLst>
            </p:cNvPr>
            <p:cNvSpPr/>
            <p:nvPr/>
          </p:nvSpPr>
          <p:spPr>
            <a:xfrm>
              <a:off x="10467363" y="1475764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Manager</a:t>
              </a:r>
              <a:endParaRPr lang="ko-KR" altLang="en-US" sz="1400" dirty="0"/>
            </a:p>
          </p:txBody>
        </p:sp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F518C4BB-B4BD-4A7E-8E3E-5F1BC78E9BBB}"/>
              </a:ext>
            </a:extLst>
          </p:cNvPr>
          <p:cNvGrpSpPr/>
          <p:nvPr/>
        </p:nvGrpSpPr>
        <p:grpSpPr>
          <a:xfrm>
            <a:off x="5377875" y="4149499"/>
            <a:ext cx="6232257" cy="2267291"/>
            <a:chOff x="5496315" y="4214683"/>
            <a:chExt cx="6232257" cy="2267291"/>
          </a:xfrm>
        </p:grpSpPr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48D62C02-9633-417F-B025-52139E5562E4}"/>
                </a:ext>
              </a:extLst>
            </p:cNvPr>
            <p:cNvSpPr/>
            <p:nvPr/>
          </p:nvSpPr>
          <p:spPr>
            <a:xfrm>
              <a:off x="7914005" y="4612676"/>
              <a:ext cx="1236502" cy="5564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Boarding Pass</a:t>
              </a:r>
              <a:endParaRPr lang="ko-KR" altLang="en-US" dirty="0"/>
            </a:p>
          </p:txBody>
        </p: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5F9DD09D-58B5-46A2-A726-3B70551F60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50507" y="4464662"/>
              <a:ext cx="967327" cy="21508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45AEE3CA-4412-48D0-80EC-EDB616550FAF}"/>
                </a:ext>
              </a:extLst>
            </p:cNvPr>
            <p:cNvCxnSpPr>
              <a:cxnSpLocks/>
              <a:stCxn id="68" idx="3"/>
              <a:endCxn id="77" idx="2"/>
            </p:cNvCxnSpPr>
            <p:nvPr/>
          </p:nvCxnSpPr>
          <p:spPr>
            <a:xfrm>
              <a:off x="9150507" y="4890918"/>
              <a:ext cx="1105710" cy="29216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2156AA70-EF00-4624-AFC0-10E5B0318D73}"/>
                </a:ext>
              </a:extLst>
            </p:cNvPr>
            <p:cNvCxnSpPr>
              <a:cxnSpLocks/>
              <a:endCxn id="78" idx="0"/>
            </p:cNvCxnSpPr>
            <p:nvPr/>
          </p:nvCxnSpPr>
          <p:spPr>
            <a:xfrm>
              <a:off x="9150507" y="5169159"/>
              <a:ext cx="1599666" cy="64860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37760DAB-E7E5-49BD-B78B-DA8A5F4CBA6B}"/>
                </a:ext>
              </a:extLst>
            </p:cNvPr>
            <p:cNvCxnSpPr>
              <a:cxnSpLocks/>
              <a:stCxn id="68" idx="2"/>
              <a:endCxn id="79" idx="0"/>
            </p:cNvCxnSpPr>
            <p:nvPr/>
          </p:nvCxnSpPr>
          <p:spPr>
            <a:xfrm>
              <a:off x="8532256" y="5169159"/>
              <a:ext cx="241055" cy="86819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02C794FC-A4FC-4D87-991D-B4780881F276}"/>
                </a:ext>
              </a:extLst>
            </p:cNvPr>
            <p:cNvCxnSpPr>
              <a:cxnSpLocks/>
              <a:endCxn id="80" idx="0"/>
            </p:cNvCxnSpPr>
            <p:nvPr/>
          </p:nvCxnSpPr>
          <p:spPr>
            <a:xfrm flipH="1">
              <a:off x="6968076" y="5181300"/>
              <a:ext cx="962189" cy="78603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33ACE2B4-70F7-4A2B-A019-300ACC5B5A27}"/>
                </a:ext>
              </a:extLst>
            </p:cNvPr>
            <p:cNvCxnSpPr>
              <a:cxnSpLocks/>
              <a:endCxn id="82" idx="6"/>
            </p:cNvCxnSpPr>
            <p:nvPr/>
          </p:nvCxnSpPr>
          <p:spPr>
            <a:xfrm flipH="1">
              <a:off x="6281535" y="4609119"/>
              <a:ext cx="1632470" cy="28517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3A5BD18-F0BB-4433-BF13-A093F24B91F2}"/>
                </a:ext>
              </a:extLst>
            </p:cNvPr>
            <p:cNvCxnSpPr>
              <a:cxnSpLocks/>
              <a:stCxn id="68" idx="1"/>
              <a:endCxn id="81" idx="6"/>
            </p:cNvCxnSpPr>
            <p:nvPr/>
          </p:nvCxnSpPr>
          <p:spPr>
            <a:xfrm flipH="1">
              <a:off x="6549433" y="4890918"/>
              <a:ext cx="1364572" cy="61396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ED055136-7941-4404-8C1A-7FB357FE0A2F}"/>
                </a:ext>
              </a:extLst>
            </p:cNvPr>
            <p:cNvSpPr/>
            <p:nvPr/>
          </p:nvSpPr>
          <p:spPr>
            <a:xfrm>
              <a:off x="10117834" y="4214683"/>
              <a:ext cx="1105710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Arrival</a:t>
              </a:r>
              <a:endParaRPr lang="ko-KR" altLang="en-US" sz="1400" dirty="0"/>
            </a:p>
          </p:txBody>
        </p: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EE389587-412B-4F13-A3EE-9EDBD78D8C30}"/>
                </a:ext>
              </a:extLst>
            </p:cNvPr>
            <p:cNvSpPr/>
            <p:nvPr/>
          </p:nvSpPr>
          <p:spPr>
            <a:xfrm>
              <a:off x="10256217" y="4960774"/>
              <a:ext cx="1472355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Departure</a:t>
              </a:r>
              <a:endParaRPr lang="ko-KR" altLang="en-US" sz="1400" dirty="0"/>
            </a:p>
          </p:txBody>
        </p:sp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DEE26CE0-F39A-4667-AD10-903BADC571CB}"/>
                </a:ext>
              </a:extLst>
            </p:cNvPr>
            <p:cNvSpPr/>
            <p:nvPr/>
          </p:nvSpPr>
          <p:spPr>
            <a:xfrm>
              <a:off x="10013996" y="5817763"/>
              <a:ext cx="1472354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/>
                <a:t>Fligt_No</a:t>
              </a:r>
              <a:endParaRPr lang="ko-KR" altLang="en-US" sz="1400" dirty="0"/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6516A18F-64E9-4B8E-AEAA-C79088292069}"/>
                </a:ext>
              </a:extLst>
            </p:cNvPr>
            <p:cNvSpPr/>
            <p:nvPr/>
          </p:nvSpPr>
          <p:spPr>
            <a:xfrm>
              <a:off x="8058500" y="6037357"/>
              <a:ext cx="1429622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/>
                <a:t>Resrv</a:t>
              </a:r>
              <a:r>
                <a:rPr lang="en-US" altLang="ko-KR" sz="1400" dirty="0"/>
                <a:t> No</a:t>
              </a:r>
              <a:endParaRPr lang="ko-KR" altLang="en-US" sz="1400" dirty="0"/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92C9B5CB-BD0B-4740-89D0-BEFEF236CEE5}"/>
                </a:ext>
              </a:extLst>
            </p:cNvPr>
            <p:cNvSpPr/>
            <p:nvPr/>
          </p:nvSpPr>
          <p:spPr>
            <a:xfrm>
              <a:off x="6383082" y="5967331"/>
              <a:ext cx="1169987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Seat no</a:t>
              </a:r>
              <a:endParaRPr lang="ko-KR" altLang="en-US" sz="1400" dirty="0"/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F025885F-2033-4F51-BEE5-2A020CB41F10}"/>
                </a:ext>
              </a:extLst>
            </p:cNvPr>
            <p:cNvSpPr/>
            <p:nvPr/>
          </p:nvSpPr>
          <p:spPr>
            <a:xfrm>
              <a:off x="5587244" y="5282576"/>
              <a:ext cx="962189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Class</a:t>
              </a:r>
              <a:endParaRPr lang="ko-KR" altLang="en-US" sz="1400" dirty="0"/>
            </a:p>
          </p:txBody>
        </p:sp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335BB86B-65F2-4C47-9112-2ECC8F72811A}"/>
                </a:ext>
              </a:extLst>
            </p:cNvPr>
            <p:cNvSpPr/>
            <p:nvPr/>
          </p:nvSpPr>
          <p:spPr>
            <a:xfrm>
              <a:off x="5496315" y="4671989"/>
              <a:ext cx="785220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data</a:t>
              </a:r>
              <a:endParaRPr lang="ko-KR" altLang="en-US" sz="1400" dirty="0"/>
            </a:p>
          </p:txBody>
        </p: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A0DC235E-7BDB-4BEE-9369-DF87B55654CE}"/>
                </a:ext>
              </a:extLst>
            </p:cNvPr>
            <p:cNvCxnSpPr/>
            <p:nvPr/>
          </p:nvCxnSpPr>
          <p:spPr>
            <a:xfrm>
              <a:off x="8377311" y="6402617"/>
              <a:ext cx="792000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AD8445FF-7DA7-455D-864D-6D497CCC285F}"/>
              </a:ext>
            </a:extLst>
          </p:cNvPr>
          <p:cNvGrpSpPr/>
          <p:nvPr/>
        </p:nvGrpSpPr>
        <p:grpSpPr>
          <a:xfrm>
            <a:off x="936363" y="4516566"/>
            <a:ext cx="3274437" cy="1385581"/>
            <a:chOff x="8720026" y="2639037"/>
            <a:chExt cx="3274437" cy="1385581"/>
          </a:xfrm>
        </p:grpSpPr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A1BF5433-723B-48BE-87E0-2BB34D5A25EE}"/>
                </a:ext>
              </a:extLst>
            </p:cNvPr>
            <p:cNvSpPr/>
            <p:nvPr/>
          </p:nvSpPr>
          <p:spPr>
            <a:xfrm>
              <a:off x="9706850" y="3580001"/>
              <a:ext cx="1236502" cy="44461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Customer</a:t>
              </a:r>
              <a:endParaRPr lang="ko-KR" altLang="en-US" dirty="0"/>
            </a:p>
          </p:txBody>
        </p: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E6C6C485-275D-420E-80AF-2FC4820ADC0E}"/>
                </a:ext>
              </a:extLst>
            </p:cNvPr>
            <p:cNvGrpSpPr/>
            <p:nvPr/>
          </p:nvGrpSpPr>
          <p:grpSpPr>
            <a:xfrm>
              <a:off x="8720026" y="2650920"/>
              <a:ext cx="1536192" cy="444617"/>
              <a:chOff x="9413889" y="2615453"/>
              <a:chExt cx="1536192" cy="444617"/>
            </a:xfrm>
          </p:grpSpPr>
          <p:sp>
            <p:nvSpPr>
              <p:cNvPr id="87" name="타원 86">
                <a:extLst>
                  <a:ext uri="{FF2B5EF4-FFF2-40B4-BE49-F238E27FC236}">
                    <a16:creationId xmlns:a16="http://schemas.microsoft.com/office/drawing/2014/main" id="{6F461C83-B2C0-4785-A3B8-27223C8C80F8}"/>
                  </a:ext>
                </a:extLst>
              </p:cNvPr>
              <p:cNvSpPr/>
              <p:nvPr/>
            </p:nvSpPr>
            <p:spPr>
              <a:xfrm>
                <a:off x="9413889" y="2615453"/>
                <a:ext cx="1536192" cy="444617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 err="1"/>
                  <a:t>PssprtNum</a:t>
                </a:r>
                <a:endParaRPr lang="ko-KR" altLang="en-US" sz="1400" dirty="0"/>
              </a:p>
            </p:txBody>
          </p: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7D59B485-8E73-47C6-81FC-2512B3BA7F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18444" y="2961945"/>
                <a:ext cx="890462" cy="0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06F3170E-C4B3-42AC-8447-34F44737C47D}"/>
                </a:ext>
              </a:extLst>
            </p:cNvPr>
            <p:cNvCxnSpPr>
              <a:stCxn id="87" idx="4"/>
              <a:endCxn id="85" idx="0"/>
            </p:cNvCxnSpPr>
            <p:nvPr/>
          </p:nvCxnSpPr>
          <p:spPr>
            <a:xfrm>
              <a:off x="9488122" y="3095537"/>
              <a:ext cx="836979" cy="48446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1531A113-E34F-4E66-B96A-31B4E82331B6}"/>
                </a:ext>
              </a:extLst>
            </p:cNvPr>
            <p:cNvCxnSpPr>
              <a:cxnSpLocks/>
              <a:stCxn id="85" idx="0"/>
              <a:endCxn id="91" idx="4"/>
            </p:cNvCxnSpPr>
            <p:nvPr/>
          </p:nvCxnSpPr>
          <p:spPr>
            <a:xfrm flipV="1">
              <a:off x="10325101" y="3083654"/>
              <a:ext cx="742488" cy="49634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1" name="타원 90">
              <a:extLst>
                <a:ext uri="{FF2B5EF4-FFF2-40B4-BE49-F238E27FC236}">
                  <a16:creationId xmlns:a16="http://schemas.microsoft.com/office/drawing/2014/main" id="{4F5C2E25-1985-4344-ABFF-E9C6908C2BBF}"/>
                </a:ext>
              </a:extLst>
            </p:cNvPr>
            <p:cNvSpPr/>
            <p:nvPr/>
          </p:nvSpPr>
          <p:spPr>
            <a:xfrm>
              <a:off x="10406606" y="2639037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Gender</a:t>
              </a:r>
              <a:endParaRPr lang="ko-KR" altLang="en-US" sz="1400" dirty="0"/>
            </a:p>
          </p:txBody>
        </p: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D9C5741C-A6D6-4FC2-BC3E-433AABD88B8A}"/>
                </a:ext>
              </a:extLst>
            </p:cNvPr>
            <p:cNvCxnSpPr>
              <a:cxnSpLocks/>
              <a:stCxn id="85" idx="3"/>
              <a:endCxn id="93" idx="2"/>
            </p:cNvCxnSpPr>
            <p:nvPr/>
          </p:nvCxnSpPr>
          <p:spPr>
            <a:xfrm>
              <a:off x="10943352" y="3802310"/>
              <a:ext cx="26589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CA259089-2A43-40E0-9BF8-A10F421BF984}"/>
                </a:ext>
              </a:extLst>
            </p:cNvPr>
            <p:cNvSpPr/>
            <p:nvPr/>
          </p:nvSpPr>
          <p:spPr>
            <a:xfrm>
              <a:off x="11209243" y="3580001"/>
              <a:ext cx="785220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ID</a:t>
              </a:r>
              <a:endParaRPr lang="ko-KR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41440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FF5C95-6A64-43A5-B446-48FD6EE6E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복합 </a:t>
            </a:r>
            <a:r>
              <a:rPr lang="ko-KR" altLang="en-US" dirty="0" err="1"/>
              <a:t>애트리뷰트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7F219FA2-F25B-4339-9005-96A41FC3F13B}"/>
              </a:ext>
            </a:extLst>
          </p:cNvPr>
          <p:cNvSpPr txBox="1">
            <a:spLocks/>
          </p:cNvSpPr>
          <p:nvPr/>
        </p:nvSpPr>
        <p:spPr>
          <a:xfrm>
            <a:off x="27992" y="26128"/>
            <a:ext cx="1903445" cy="522512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effectLst>
            <a:innerShdw blurRad="114300">
              <a:prstClr val="black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>
                <a:solidFill>
                  <a:schemeClr val="bg2"/>
                </a:solidFill>
              </a:rPr>
              <a:t>개념적 설계</a:t>
            </a:r>
            <a:endParaRPr lang="ko-KR" altLang="en-US" sz="2400" dirty="0">
              <a:solidFill>
                <a:schemeClr val="bg2"/>
              </a:solidFill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9D8F643F-114C-48C5-943D-DC94D618CA48}"/>
              </a:ext>
            </a:extLst>
          </p:cNvPr>
          <p:cNvGrpSpPr/>
          <p:nvPr/>
        </p:nvGrpSpPr>
        <p:grpSpPr>
          <a:xfrm>
            <a:off x="657881" y="2604879"/>
            <a:ext cx="6293425" cy="3441815"/>
            <a:chOff x="1217717" y="2604878"/>
            <a:chExt cx="6627518" cy="3441815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C0162CB-B011-4F36-ABB6-3F7BF4658043}"/>
                </a:ext>
              </a:extLst>
            </p:cNvPr>
            <p:cNvSpPr/>
            <p:nvPr/>
          </p:nvSpPr>
          <p:spPr>
            <a:xfrm>
              <a:off x="6608733" y="2931664"/>
              <a:ext cx="1236502" cy="5564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Service</a:t>
              </a:r>
              <a:endParaRPr lang="ko-KR" altLang="en-US" dirty="0"/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285D5C41-2C28-48B7-8D0D-04A7B7A68736}"/>
                </a:ext>
              </a:extLst>
            </p:cNvPr>
            <p:cNvCxnSpPr>
              <a:cxnSpLocks/>
              <a:stCxn id="27" idx="1"/>
              <a:endCxn id="30" idx="6"/>
            </p:cNvCxnSpPr>
            <p:nvPr/>
          </p:nvCxnSpPr>
          <p:spPr>
            <a:xfrm flipH="1" flipV="1">
              <a:off x="5180456" y="3206692"/>
              <a:ext cx="1428277" cy="321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2AF80385-7379-4A19-8ACE-1C92C0257FF4}"/>
                </a:ext>
              </a:extLst>
            </p:cNvPr>
            <p:cNvCxnSpPr>
              <a:cxnSpLocks/>
              <a:stCxn id="27" idx="1"/>
              <a:endCxn id="31" idx="7"/>
            </p:cNvCxnSpPr>
            <p:nvPr/>
          </p:nvCxnSpPr>
          <p:spPr>
            <a:xfrm flipH="1">
              <a:off x="5193669" y="3209906"/>
              <a:ext cx="1415064" cy="16789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E995B31E-4187-4B58-83F8-E51C400D1E3B}"/>
                </a:ext>
              </a:extLst>
            </p:cNvPr>
            <p:cNvSpPr/>
            <p:nvPr/>
          </p:nvSpPr>
          <p:spPr>
            <a:xfrm>
              <a:off x="3686314" y="2984383"/>
              <a:ext cx="1494142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기내서비스</a:t>
              </a: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DE8CB299-9C82-42CC-A554-DC25F3F35E92}"/>
                </a:ext>
              </a:extLst>
            </p:cNvPr>
            <p:cNvSpPr/>
            <p:nvPr/>
          </p:nvSpPr>
          <p:spPr>
            <a:xfrm>
              <a:off x="3813805" y="4823727"/>
              <a:ext cx="1616611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/>
                <a:t>공항서비스</a:t>
              </a:r>
              <a:endParaRPr lang="ko-KR" altLang="en-US" sz="1400" dirty="0"/>
            </a:p>
          </p:txBody>
        </p: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411287D1-5A5B-4B1D-A248-F6E682D6289F}"/>
                </a:ext>
              </a:extLst>
            </p:cNvPr>
            <p:cNvCxnSpPr>
              <a:cxnSpLocks/>
              <a:stCxn id="30" idx="1"/>
              <a:endCxn id="36" idx="6"/>
            </p:cNvCxnSpPr>
            <p:nvPr/>
          </p:nvCxnSpPr>
          <p:spPr>
            <a:xfrm flipH="1" flipV="1">
              <a:off x="2715973" y="2827187"/>
              <a:ext cx="1189153" cy="22230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752843F-2CB7-4969-801E-729EA4BC0AA8}"/>
                </a:ext>
              </a:extLst>
            </p:cNvPr>
            <p:cNvCxnSpPr>
              <a:cxnSpLocks/>
              <a:stCxn id="30" idx="2"/>
              <a:endCxn id="37" idx="6"/>
            </p:cNvCxnSpPr>
            <p:nvPr/>
          </p:nvCxnSpPr>
          <p:spPr>
            <a:xfrm flipH="1">
              <a:off x="2691993" y="3206692"/>
              <a:ext cx="994321" cy="8919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C8F08FF5-3526-4488-A78C-5A999CCD719B}"/>
                </a:ext>
              </a:extLst>
            </p:cNvPr>
            <p:cNvCxnSpPr>
              <a:cxnSpLocks/>
              <a:stCxn id="30" idx="3"/>
              <a:endCxn id="38" idx="7"/>
            </p:cNvCxnSpPr>
            <p:nvPr/>
          </p:nvCxnSpPr>
          <p:spPr>
            <a:xfrm flipH="1">
              <a:off x="2508530" y="3363887"/>
              <a:ext cx="1396596" cy="39284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F6E4881F-651E-47C1-AADB-2864B5207849}"/>
                </a:ext>
              </a:extLst>
            </p:cNvPr>
            <p:cNvCxnSpPr>
              <a:cxnSpLocks/>
              <a:stCxn id="30" idx="4"/>
              <a:endCxn id="39" idx="0"/>
            </p:cNvCxnSpPr>
            <p:nvPr/>
          </p:nvCxnSpPr>
          <p:spPr>
            <a:xfrm flipH="1">
              <a:off x="3210867" y="3429000"/>
              <a:ext cx="1222518" cy="61211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F643D54F-AA71-43B7-B520-C01079266472}"/>
                </a:ext>
              </a:extLst>
            </p:cNvPr>
            <p:cNvSpPr/>
            <p:nvPr/>
          </p:nvSpPr>
          <p:spPr>
            <a:xfrm>
              <a:off x="1241697" y="2604878"/>
              <a:ext cx="1474276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/>
                <a:t>면세품</a:t>
              </a:r>
              <a:endParaRPr lang="ko-KR" altLang="en-US" sz="1400" dirty="0"/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ACD3FA47-D006-4F08-992F-50244C2794B1}"/>
                </a:ext>
              </a:extLst>
            </p:cNvPr>
            <p:cNvSpPr/>
            <p:nvPr/>
          </p:nvSpPr>
          <p:spPr>
            <a:xfrm>
              <a:off x="1217717" y="3073582"/>
              <a:ext cx="1474276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/>
                <a:t>기내식</a:t>
              </a:r>
              <a:endParaRPr lang="ko-KR" altLang="en-US" sz="1400" dirty="0"/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753431C1-3C9C-47DF-9E31-83BC9AB38039}"/>
                </a:ext>
              </a:extLst>
            </p:cNvPr>
            <p:cNvSpPr/>
            <p:nvPr/>
          </p:nvSpPr>
          <p:spPr>
            <a:xfrm>
              <a:off x="1250157" y="3691616"/>
              <a:ext cx="1474276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/>
                <a:t>이벤트</a:t>
              </a:r>
              <a:endParaRPr lang="ko-KR" altLang="en-US" sz="1400" dirty="0"/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778BF7A6-1314-445A-993C-A21DB24E4B8E}"/>
                </a:ext>
              </a:extLst>
            </p:cNvPr>
            <p:cNvSpPr/>
            <p:nvPr/>
          </p:nvSpPr>
          <p:spPr>
            <a:xfrm>
              <a:off x="2473729" y="4041119"/>
              <a:ext cx="1474276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기타 등등</a:t>
              </a:r>
            </a:p>
          </p:txBody>
        </p: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80D9CB0A-41A8-45EA-B804-1846CB4DCD10}"/>
                </a:ext>
              </a:extLst>
            </p:cNvPr>
            <p:cNvCxnSpPr>
              <a:cxnSpLocks/>
              <a:stCxn id="31" idx="1"/>
              <a:endCxn id="41" idx="6"/>
            </p:cNvCxnSpPr>
            <p:nvPr/>
          </p:nvCxnSpPr>
          <p:spPr>
            <a:xfrm flipH="1" flipV="1">
              <a:off x="3098994" y="4871613"/>
              <a:ext cx="951558" cy="1722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4BB666E0-6F05-429D-9BF1-43C4DB54FB83}"/>
                </a:ext>
              </a:extLst>
            </p:cNvPr>
            <p:cNvSpPr/>
            <p:nvPr/>
          </p:nvSpPr>
          <p:spPr>
            <a:xfrm>
              <a:off x="1624718" y="4649304"/>
              <a:ext cx="1474276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체크인</a:t>
              </a: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8E2AA55F-5B0F-4404-9567-852A940B56A2}"/>
                </a:ext>
              </a:extLst>
            </p:cNvPr>
            <p:cNvSpPr/>
            <p:nvPr/>
          </p:nvSpPr>
          <p:spPr>
            <a:xfrm>
              <a:off x="1508629" y="5395217"/>
              <a:ext cx="1474276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호텔</a:t>
              </a:r>
            </a:p>
          </p:txBody>
        </p: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6E58D048-F5E4-4BCB-8F52-E6FD28E95B76}"/>
                </a:ext>
              </a:extLst>
            </p:cNvPr>
            <p:cNvCxnSpPr>
              <a:cxnSpLocks/>
              <a:stCxn id="31" idx="3"/>
              <a:endCxn id="44" idx="0"/>
            </p:cNvCxnSpPr>
            <p:nvPr/>
          </p:nvCxnSpPr>
          <p:spPr>
            <a:xfrm flipH="1">
              <a:off x="3897723" y="5203231"/>
              <a:ext cx="152829" cy="3988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D10E5EBB-4A68-47D7-B662-B27E88F76AFD}"/>
                </a:ext>
              </a:extLst>
            </p:cNvPr>
            <p:cNvSpPr/>
            <p:nvPr/>
          </p:nvSpPr>
          <p:spPr>
            <a:xfrm>
              <a:off x="2962188" y="5602075"/>
              <a:ext cx="1871069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/>
                <a:t>포켓 와이파이</a:t>
              </a:r>
              <a:endParaRPr lang="ko-KR" altLang="en-US" sz="1400" dirty="0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ED10BFF0-9A6A-46B2-9BDE-12CFB7733F68}"/>
                </a:ext>
              </a:extLst>
            </p:cNvPr>
            <p:cNvSpPr/>
            <p:nvPr/>
          </p:nvSpPr>
          <p:spPr>
            <a:xfrm>
              <a:off x="4965370" y="5594124"/>
              <a:ext cx="1474276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기타 등등</a:t>
              </a:r>
            </a:p>
          </p:txBody>
        </p: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944A4B2B-6525-4CA4-BE3D-8E0CB0ACC0A9}"/>
                </a:ext>
              </a:extLst>
            </p:cNvPr>
            <p:cNvCxnSpPr>
              <a:stCxn id="31" idx="5"/>
              <a:endCxn id="45" idx="0"/>
            </p:cNvCxnSpPr>
            <p:nvPr/>
          </p:nvCxnSpPr>
          <p:spPr>
            <a:xfrm>
              <a:off x="5193669" y="5203231"/>
              <a:ext cx="508839" cy="39089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F15C36FA-D988-4356-9F40-CBB908D83526}"/>
              </a:ext>
            </a:extLst>
          </p:cNvPr>
          <p:cNvSpPr txBox="1"/>
          <p:nvPr/>
        </p:nvSpPr>
        <p:spPr>
          <a:xfrm>
            <a:off x="7911028" y="2371565"/>
            <a:ext cx="3592286" cy="3783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각 서비스가 단일 </a:t>
            </a:r>
            <a:r>
              <a:rPr lang="ko-KR" altLang="en-US" dirty="0" err="1"/>
              <a:t>애트리뷰트로</a:t>
            </a:r>
            <a:r>
              <a:rPr lang="ko-KR" altLang="en-US" dirty="0"/>
              <a:t> 구성하기 어렵고 고유한 관계 성립이 어려워 발생하였다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-&gt; </a:t>
            </a:r>
            <a:r>
              <a:rPr lang="ko-KR" altLang="en-US" dirty="0"/>
              <a:t>논리적 설계를 거친 후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복잡성 및 무결성 제약 조건을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고려한 뒤 적절한 관계를 갖는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엔티티 타입으로 </a:t>
            </a:r>
            <a:r>
              <a:rPr lang="ko-KR" altLang="en-US" dirty="0" err="1"/>
              <a:t>재구현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9235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rgbClr val="00B05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06F21-0F7B-4283-A782-924C34548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2714" y="2218954"/>
            <a:ext cx="4380121" cy="1968732"/>
          </a:xfrm>
        </p:spPr>
        <p:txBody>
          <a:bodyPr>
            <a:normAutofit/>
          </a:bodyPr>
          <a:lstStyle/>
          <a:p>
            <a:r>
              <a:rPr lang="en-US" altLang="ko-KR" sz="54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ER </a:t>
            </a:r>
            <a:r>
              <a:rPr lang="ko-KR" altLang="en-US" sz="54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다이어그램</a:t>
            </a:r>
          </a:p>
        </p:txBody>
      </p:sp>
      <p:sp>
        <p:nvSpPr>
          <p:cNvPr id="5" name="직사각형 4" descr="리본 메뉴">
            <a:extLst>
              <a:ext uri="{FF2B5EF4-FFF2-40B4-BE49-F238E27FC236}">
                <a16:creationId xmlns:a16="http://schemas.microsoft.com/office/drawing/2014/main" id="{49E7F9DD-E7F0-4AAA-A83F-188B3C58444E}"/>
              </a:ext>
            </a:extLst>
          </p:cNvPr>
          <p:cNvSpPr/>
          <p:nvPr/>
        </p:nvSpPr>
        <p:spPr>
          <a:xfrm>
            <a:off x="8308836" y="2346956"/>
            <a:ext cx="2186885" cy="2164087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120678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내용 개체 틀 3">
            <a:extLst>
              <a:ext uri="{FF2B5EF4-FFF2-40B4-BE49-F238E27FC236}">
                <a16:creationId xmlns:a16="http://schemas.microsoft.com/office/drawing/2014/main" id="{333AE26C-5895-4FBD-BDA0-0C1296DFF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93" y="26128"/>
            <a:ext cx="1959833" cy="522512"/>
          </a:xfrm>
          <a:prstGeom prst="roundRect">
            <a:avLst>
              <a:gd name="adj" fmla="val 10000"/>
            </a:avLst>
          </a:prstGeom>
          <a:solidFill>
            <a:schemeClr val="accent1">
              <a:lumMod val="50000"/>
            </a:schemeClr>
          </a:solidFill>
          <a:effectLst>
            <a:innerShdw blurRad="114300">
              <a:prstClr val="black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sz="2400" dirty="0">
                <a:solidFill>
                  <a:schemeClr val="bg2"/>
                </a:solidFill>
              </a:rPr>
              <a:t>E-R Diagram</a:t>
            </a:r>
            <a:endParaRPr lang="ko-KR" altLang="en-US" sz="2400" dirty="0">
              <a:solidFill>
                <a:schemeClr val="bg2"/>
              </a:solidFill>
            </a:endParaRPr>
          </a:p>
        </p:txBody>
      </p:sp>
      <p:cxnSp>
        <p:nvCxnSpPr>
          <p:cNvPr id="210" name="직선 연결선 209">
            <a:extLst>
              <a:ext uri="{FF2B5EF4-FFF2-40B4-BE49-F238E27FC236}">
                <a16:creationId xmlns:a16="http://schemas.microsoft.com/office/drawing/2014/main" id="{44D6DB7F-F5DD-44D4-BE6A-BBF47E7A3645}"/>
              </a:ext>
            </a:extLst>
          </p:cNvPr>
          <p:cNvCxnSpPr>
            <a:cxnSpLocks/>
          </p:cNvCxnSpPr>
          <p:nvPr/>
        </p:nvCxnSpPr>
        <p:spPr>
          <a:xfrm flipH="1">
            <a:off x="8431679" y="2092354"/>
            <a:ext cx="189574" cy="15233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925113E9-4414-4073-979A-B2A59F7A9478}"/>
              </a:ext>
            </a:extLst>
          </p:cNvPr>
          <p:cNvCxnSpPr>
            <a:cxnSpLocks/>
          </p:cNvCxnSpPr>
          <p:nvPr/>
        </p:nvCxnSpPr>
        <p:spPr>
          <a:xfrm>
            <a:off x="7795118" y="1951136"/>
            <a:ext cx="34394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타원 3">
            <a:extLst>
              <a:ext uri="{FF2B5EF4-FFF2-40B4-BE49-F238E27FC236}">
                <a16:creationId xmlns:a16="http://schemas.microsoft.com/office/drawing/2014/main" id="{66916476-FF45-4C82-99F8-904DD6880568}"/>
              </a:ext>
            </a:extLst>
          </p:cNvPr>
          <p:cNvSpPr/>
          <p:nvPr/>
        </p:nvSpPr>
        <p:spPr>
          <a:xfrm>
            <a:off x="885037" y="415257"/>
            <a:ext cx="1614882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err="1"/>
              <a:t>Arpt_Name</a:t>
            </a:r>
            <a:endParaRPr lang="ko-KR" altLang="en-US" sz="1400" dirty="0"/>
          </a:p>
        </p:txBody>
      </p:sp>
      <p:sp>
        <p:nvSpPr>
          <p:cNvPr id="5" name="다이아몬드 4">
            <a:extLst>
              <a:ext uri="{FF2B5EF4-FFF2-40B4-BE49-F238E27FC236}">
                <a16:creationId xmlns:a16="http://schemas.microsoft.com/office/drawing/2014/main" id="{FA63DEA4-E55A-4C62-AFAF-147BE2FCA5E7}"/>
              </a:ext>
            </a:extLst>
          </p:cNvPr>
          <p:cNvSpPr/>
          <p:nvPr/>
        </p:nvSpPr>
        <p:spPr>
          <a:xfrm>
            <a:off x="2767493" y="1585519"/>
            <a:ext cx="1575208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err="1"/>
              <a:t>Residnt</a:t>
            </a:r>
            <a:endParaRPr lang="ko-KR" altLang="en-US" sz="1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1EB4F42-93B8-4D9C-9BB6-B78E871AE5A8}"/>
              </a:ext>
            </a:extLst>
          </p:cNvPr>
          <p:cNvSpPr/>
          <p:nvPr/>
        </p:nvSpPr>
        <p:spPr>
          <a:xfrm>
            <a:off x="1724637" y="1715548"/>
            <a:ext cx="917895" cy="44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AirPort</a:t>
            </a:r>
            <a:endParaRPr lang="ko-KR" alt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A1DE77E-0419-433A-B573-2E11D0F19B8F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>
            <a:off x="1692478" y="859874"/>
            <a:ext cx="491107" cy="8556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타원 11">
            <a:extLst>
              <a:ext uri="{FF2B5EF4-FFF2-40B4-BE49-F238E27FC236}">
                <a16:creationId xmlns:a16="http://schemas.microsoft.com/office/drawing/2014/main" id="{7A796EF3-EF7F-4E38-95E0-2F32C82F0A3B}"/>
              </a:ext>
            </a:extLst>
          </p:cNvPr>
          <p:cNvSpPr/>
          <p:nvPr/>
        </p:nvSpPr>
        <p:spPr>
          <a:xfrm>
            <a:off x="159391" y="2374084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err="1"/>
              <a:t>Contct_Num</a:t>
            </a:r>
            <a:endParaRPr lang="ko-KR" altLang="en-US" sz="1400" dirty="0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F5D5629-9D46-4113-A5F2-BC43EA732DA0}"/>
              </a:ext>
            </a:extLst>
          </p:cNvPr>
          <p:cNvCxnSpPr>
            <a:cxnSpLocks/>
            <a:stCxn id="6" idx="1"/>
            <a:endCxn id="12" idx="0"/>
          </p:cNvCxnSpPr>
          <p:nvPr/>
        </p:nvCxnSpPr>
        <p:spPr>
          <a:xfrm flipH="1">
            <a:off x="1023457" y="1937857"/>
            <a:ext cx="701180" cy="4362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타원 19">
            <a:extLst>
              <a:ext uri="{FF2B5EF4-FFF2-40B4-BE49-F238E27FC236}">
                <a16:creationId xmlns:a16="http://schemas.microsoft.com/office/drawing/2014/main" id="{3676919A-6B8E-4CB6-8958-006540745D6B}"/>
              </a:ext>
            </a:extLst>
          </p:cNvPr>
          <p:cNvSpPr/>
          <p:nvPr/>
        </p:nvSpPr>
        <p:spPr>
          <a:xfrm>
            <a:off x="1964422" y="2374084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Affiliation</a:t>
            </a:r>
            <a:endParaRPr lang="ko-KR" altLang="en-US" sz="1400" dirty="0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2A33BB4-5728-4B12-BA3A-5AA5FC08581B}"/>
              </a:ext>
            </a:extLst>
          </p:cNvPr>
          <p:cNvCxnSpPr>
            <a:cxnSpLocks/>
            <a:stCxn id="6" idx="2"/>
            <a:endCxn id="20" idx="0"/>
          </p:cNvCxnSpPr>
          <p:nvPr/>
        </p:nvCxnSpPr>
        <p:spPr>
          <a:xfrm>
            <a:off x="2183585" y="2160165"/>
            <a:ext cx="644903" cy="2139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9B4EC5A3-C18D-43DB-8930-EA562D15BA98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>
            <a:off x="2642532" y="1937857"/>
            <a:ext cx="124961" cy="209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C1AF4EC2-22F3-4B7B-A3EA-BC9BFCC7D6AA}"/>
              </a:ext>
            </a:extLst>
          </p:cNvPr>
          <p:cNvCxnSpPr/>
          <p:nvPr/>
        </p:nvCxnSpPr>
        <p:spPr>
          <a:xfrm>
            <a:off x="4292367" y="1921079"/>
            <a:ext cx="10038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CDD281E-BC74-4869-A451-49832C518519}"/>
              </a:ext>
            </a:extLst>
          </p:cNvPr>
          <p:cNvCxnSpPr/>
          <p:nvPr/>
        </p:nvCxnSpPr>
        <p:spPr>
          <a:xfrm>
            <a:off x="4292367" y="1981200"/>
            <a:ext cx="10038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C1220BF-1F06-49A4-8688-ED61963B22E9}"/>
              </a:ext>
            </a:extLst>
          </p:cNvPr>
          <p:cNvSpPr/>
          <p:nvPr/>
        </p:nvSpPr>
        <p:spPr>
          <a:xfrm>
            <a:off x="4651695" y="1645640"/>
            <a:ext cx="1033244" cy="6878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T-way Airline</a:t>
            </a:r>
            <a:endParaRPr lang="ko-KR" altLang="en-US" dirty="0"/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17F103B4-4170-4316-ACF4-CDF07799F22C}"/>
              </a:ext>
            </a:extLst>
          </p:cNvPr>
          <p:cNvCxnSpPr/>
          <p:nvPr/>
        </p:nvCxnSpPr>
        <p:spPr>
          <a:xfrm>
            <a:off x="1179701" y="742911"/>
            <a:ext cx="1003883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8FF91553-20D6-4CEB-9D5D-C8C778A45667}"/>
              </a:ext>
            </a:extLst>
          </p:cNvPr>
          <p:cNvCxnSpPr>
            <a:cxnSpLocks/>
            <a:stCxn id="28" idx="0"/>
            <a:endCxn id="42" idx="4"/>
          </p:cNvCxnSpPr>
          <p:nvPr/>
        </p:nvCxnSpPr>
        <p:spPr>
          <a:xfrm flipH="1" flipV="1">
            <a:off x="3913463" y="859874"/>
            <a:ext cx="1254854" cy="7857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타원 41">
            <a:extLst>
              <a:ext uri="{FF2B5EF4-FFF2-40B4-BE49-F238E27FC236}">
                <a16:creationId xmlns:a16="http://schemas.microsoft.com/office/drawing/2014/main" id="{B750D256-7482-4E92-9327-997417699040}"/>
              </a:ext>
            </a:extLst>
          </p:cNvPr>
          <p:cNvSpPr/>
          <p:nvPr/>
        </p:nvSpPr>
        <p:spPr>
          <a:xfrm>
            <a:off x="3036812" y="415257"/>
            <a:ext cx="1753301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err="1"/>
              <a:t>Aport_Name</a:t>
            </a:r>
            <a:endParaRPr lang="ko-KR" altLang="en-US" sz="1400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3CB15FE-8746-4CB9-858B-FD002844988C}"/>
              </a:ext>
            </a:extLst>
          </p:cNvPr>
          <p:cNvSpPr/>
          <p:nvPr/>
        </p:nvSpPr>
        <p:spPr>
          <a:xfrm>
            <a:off x="2828488" y="29364"/>
            <a:ext cx="2181138" cy="914400"/>
          </a:xfrm>
          <a:prstGeom prst="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rgbClr val="FF0000"/>
                </a:solidFill>
              </a:rPr>
              <a:t>외래키</a:t>
            </a:r>
            <a:endParaRPr lang="en-US" altLang="ko-KR" dirty="0">
              <a:solidFill>
                <a:srgbClr val="FF0000"/>
              </a:solidFill>
            </a:endParaRPr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8442C844-5E3C-43AA-8633-FEF8D163908C}"/>
              </a:ext>
            </a:extLst>
          </p:cNvPr>
          <p:cNvCxnSpPr>
            <a:cxnSpLocks/>
            <a:stCxn id="28" idx="0"/>
            <a:endCxn id="50" idx="4"/>
          </p:cNvCxnSpPr>
          <p:nvPr/>
        </p:nvCxnSpPr>
        <p:spPr>
          <a:xfrm flipV="1">
            <a:off x="5168317" y="889236"/>
            <a:ext cx="423992" cy="7564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타원 49">
            <a:extLst>
              <a:ext uri="{FF2B5EF4-FFF2-40B4-BE49-F238E27FC236}">
                <a16:creationId xmlns:a16="http://schemas.microsoft.com/office/drawing/2014/main" id="{73640832-26BE-4B55-8D91-5E48EB92D9F1}"/>
              </a:ext>
            </a:extLst>
          </p:cNvPr>
          <p:cNvSpPr/>
          <p:nvPr/>
        </p:nvSpPr>
        <p:spPr>
          <a:xfrm>
            <a:off x="4931326" y="444619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Director</a:t>
            </a:r>
            <a:endParaRPr lang="ko-KR" altLang="en-US" sz="1400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DF71F11-C83F-4709-8178-30248902EA19}"/>
              </a:ext>
            </a:extLst>
          </p:cNvPr>
          <p:cNvSpPr/>
          <p:nvPr/>
        </p:nvSpPr>
        <p:spPr>
          <a:xfrm>
            <a:off x="6701824" y="2521944"/>
            <a:ext cx="1624495" cy="1245765"/>
          </a:xfrm>
          <a:prstGeom prst="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설계 </a:t>
            </a:r>
            <a:r>
              <a:rPr lang="en-US" altLang="ko-KR" dirty="0">
                <a:solidFill>
                  <a:srgbClr val="FF0000"/>
                </a:solidFill>
              </a:rPr>
              <a:t>Business</a:t>
            </a:r>
          </a:p>
          <a:p>
            <a:pPr algn="ctr"/>
            <a:endParaRPr lang="en-US" altLang="ko-KR" dirty="0">
              <a:solidFill>
                <a:srgbClr val="FF0000"/>
              </a:solidFill>
            </a:endParaRPr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94D4027C-9D10-4CBA-BCE2-19B3DB64531F}"/>
              </a:ext>
            </a:extLst>
          </p:cNvPr>
          <p:cNvCxnSpPr>
            <a:cxnSpLocks/>
            <a:endCxn id="61" idx="1"/>
          </p:cNvCxnSpPr>
          <p:nvPr/>
        </p:nvCxnSpPr>
        <p:spPr>
          <a:xfrm flipV="1">
            <a:off x="5684939" y="1989590"/>
            <a:ext cx="471884" cy="104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다이아몬드 60">
            <a:extLst>
              <a:ext uri="{FF2B5EF4-FFF2-40B4-BE49-F238E27FC236}">
                <a16:creationId xmlns:a16="http://schemas.microsoft.com/office/drawing/2014/main" id="{3E0E353D-192C-48E0-A139-7876EDF0CEFE}"/>
              </a:ext>
            </a:extLst>
          </p:cNvPr>
          <p:cNvSpPr/>
          <p:nvPr/>
        </p:nvSpPr>
        <p:spPr>
          <a:xfrm>
            <a:off x="6156823" y="1616279"/>
            <a:ext cx="1712050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Belongs</a:t>
            </a:r>
            <a:endParaRPr lang="ko-KR" altLang="en-US" sz="1400" dirty="0"/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0FFCED34-4F78-487B-8A05-39AE8A1EADB7}"/>
              </a:ext>
            </a:extLst>
          </p:cNvPr>
          <p:cNvCxnSpPr>
            <a:cxnSpLocks/>
          </p:cNvCxnSpPr>
          <p:nvPr/>
        </p:nvCxnSpPr>
        <p:spPr>
          <a:xfrm>
            <a:off x="7810498" y="2016850"/>
            <a:ext cx="34394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1054B582-B071-4B41-94E0-BD881619B7D3}"/>
              </a:ext>
            </a:extLst>
          </p:cNvPr>
          <p:cNvSpPr/>
          <p:nvPr/>
        </p:nvSpPr>
        <p:spPr>
          <a:xfrm>
            <a:off x="8058500" y="1758891"/>
            <a:ext cx="1236502" cy="44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Employee</a:t>
            </a:r>
            <a:endParaRPr lang="ko-KR" altLang="en-US" dirty="0"/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C1F7FE23-4769-40FA-8F4C-D981F7D63498}"/>
              </a:ext>
            </a:extLst>
          </p:cNvPr>
          <p:cNvCxnSpPr>
            <a:cxnSpLocks/>
            <a:stCxn id="71" idx="0"/>
            <a:endCxn id="78" idx="4"/>
          </p:cNvCxnSpPr>
          <p:nvPr/>
        </p:nvCxnSpPr>
        <p:spPr>
          <a:xfrm flipH="1" flipV="1">
            <a:off x="7426002" y="924188"/>
            <a:ext cx="1250749" cy="8347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타원 77">
            <a:extLst>
              <a:ext uri="{FF2B5EF4-FFF2-40B4-BE49-F238E27FC236}">
                <a16:creationId xmlns:a16="http://schemas.microsoft.com/office/drawing/2014/main" id="{9EDC0B45-3239-4389-B45C-BAE2F3FF8A21}"/>
              </a:ext>
            </a:extLst>
          </p:cNvPr>
          <p:cNvSpPr/>
          <p:nvPr/>
        </p:nvSpPr>
        <p:spPr>
          <a:xfrm>
            <a:off x="6765019" y="479571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Emp No</a:t>
            </a:r>
            <a:endParaRPr lang="ko-KR" altLang="en-US" sz="1400" dirty="0"/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1D68D1ED-B669-43D8-B88C-490B1C61386B}"/>
              </a:ext>
            </a:extLst>
          </p:cNvPr>
          <p:cNvCxnSpPr/>
          <p:nvPr/>
        </p:nvCxnSpPr>
        <p:spPr>
          <a:xfrm>
            <a:off x="7024728" y="831454"/>
            <a:ext cx="792000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90E808D1-F569-43B4-8BA5-198FC5E6095E}"/>
              </a:ext>
            </a:extLst>
          </p:cNvPr>
          <p:cNvCxnSpPr>
            <a:cxnSpLocks/>
            <a:stCxn id="71" idx="0"/>
            <a:endCxn id="84" idx="4"/>
          </p:cNvCxnSpPr>
          <p:nvPr/>
        </p:nvCxnSpPr>
        <p:spPr>
          <a:xfrm flipV="1">
            <a:off x="8676751" y="931181"/>
            <a:ext cx="208057" cy="8277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타원 83">
            <a:extLst>
              <a:ext uri="{FF2B5EF4-FFF2-40B4-BE49-F238E27FC236}">
                <a16:creationId xmlns:a16="http://schemas.microsoft.com/office/drawing/2014/main" id="{B8880094-6D39-41CA-B0C1-D97C4F077C1C}"/>
              </a:ext>
            </a:extLst>
          </p:cNvPr>
          <p:cNvSpPr/>
          <p:nvPr/>
        </p:nvSpPr>
        <p:spPr>
          <a:xfrm>
            <a:off x="8223825" y="486564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Salary</a:t>
            </a:r>
            <a:endParaRPr lang="ko-KR" altLang="en-US" sz="1400" dirty="0"/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BB3DED8A-6D4C-422A-A93C-A53F1E38C913}"/>
              </a:ext>
            </a:extLst>
          </p:cNvPr>
          <p:cNvCxnSpPr>
            <a:cxnSpLocks/>
            <a:stCxn id="71" idx="3"/>
            <a:endCxn id="89" idx="4"/>
          </p:cNvCxnSpPr>
          <p:nvPr/>
        </p:nvCxnSpPr>
        <p:spPr>
          <a:xfrm flipV="1">
            <a:off x="9295002" y="1040236"/>
            <a:ext cx="1215442" cy="940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타원 88">
            <a:extLst>
              <a:ext uri="{FF2B5EF4-FFF2-40B4-BE49-F238E27FC236}">
                <a16:creationId xmlns:a16="http://schemas.microsoft.com/office/drawing/2014/main" id="{45F01E69-F5A1-4F39-A0D6-6DBBF8079AF2}"/>
              </a:ext>
            </a:extLst>
          </p:cNvPr>
          <p:cNvSpPr/>
          <p:nvPr/>
        </p:nvSpPr>
        <p:spPr>
          <a:xfrm>
            <a:off x="9849461" y="595619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Title</a:t>
            </a:r>
            <a:endParaRPr lang="ko-KR" altLang="en-US" sz="1400" dirty="0"/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10E872B6-EFF9-4454-9825-D2430BFA3BA1}"/>
              </a:ext>
            </a:extLst>
          </p:cNvPr>
          <p:cNvCxnSpPr/>
          <p:nvPr/>
        </p:nvCxnSpPr>
        <p:spPr>
          <a:xfrm>
            <a:off x="5196309" y="808030"/>
            <a:ext cx="792000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0988D0B7-AAD4-4556-A525-1D162A1CD900}"/>
              </a:ext>
            </a:extLst>
          </p:cNvPr>
          <p:cNvCxnSpPr>
            <a:cxnSpLocks/>
            <a:stCxn id="71" idx="2"/>
            <a:endCxn id="99" idx="0"/>
          </p:cNvCxnSpPr>
          <p:nvPr/>
        </p:nvCxnSpPr>
        <p:spPr>
          <a:xfrm flipH="1">
            <a:off x="8532256" y="2203508"/>
            <a:ext cx="144495" cy="12254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" name="다이아몬드 98">
            <a:extLst>
              <a:ext uri="{FF2B5EF4-FFF2-40B4-BE49-F238E27FC236}">
                <a16:creationId xmlns:a16="http://schemas.microsoft.com/office/drawing/2014/main" id="{C4F7B473-B01E-4DDE-8184-7A917BD95273}"/>
              </a:ext>
            </a:extLst>
          </p:cNvPr>
          <p:cNvSpPr/>
          <p:nvPr/>
        </p:nvSpPr>
        <p:spPr>
          <a:xfrm>
            <a:off x="7795118" y="3429000"/>
            <a:ext cx="1474276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Work for</a:t>
            </a:r>
            <a:endParaRPr lang="ko-KR" altLang="en-US" sz="1400" dirty="0"/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223C8C2E-3989-494D-880A-6EAE7DC825BD}"/>
              </a:ext>
            </a:extLst>
          </p:cNvPr>
          <p:cNvCxnSpPr>
            <a:cxnSpLocks/>
            <a:stCxn id="99" idx="3"/>
            <a:endCxn id="113" idx="1"/>
          </p:cNvCxnSpPr>
          <p:nvPr/>
        </p:nvCxnSpPr>
        <p:spPr>
          <a:xfrm flipV="1">
            <a:off x="9269394" y="3802310"/>
            <a:ext cx="437456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31BA6426-2BDC-45CE-BF5B-D547D1D9C0F7}"/>
              </a:ext>
            </a:extLst>
          </p:cNvPr>
          <p:cNvCxnSpPr>
            <a:cxnSpLocks/>
            <a:stCxn id="99" idx="2"/>
            <a:endCxn id="137" idx="0"/>
          </p:cNvCxnSpPr>
          <p:nvPr/>
        </p:nvCxnSpPr>
        <p:spPr>
          <a:xfrm>
            <a:off x="8532256" y="4175621"/>
            <a:ext cx="0" cy="4370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D9A01900-9E66-4885-9A3B-E28D8BAE27B1}"/>
              </a:ext>
            </a:extLst>
          </p:cNvPr>
          <p:cNvCxnSpPr>
            <a:cxnSpLocks/>
            <a:stCxn id="99" idx="1"/>
            <a:endCxn id="147" idx="3"/>
          </p:cNvCxnSpPr>
          <p:nvPr/>
        </p:nvCxnSpPr>
        <p:spPr>
          <a:xfrm flipH="1" flipV="1">
            <a:off x="6622925" y="3802309"/>
            <a:ext cx="1172193" cy="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540F60D7-E6EE-4677-A989-460E3326D2EB}"/>
              </a:ext>
            </a:extLst>
          </p:cNvPr>
          <p:cNvSpPr/>
          <p:nvPr/>
        </p:nvSpPr>
        <p:spPr>
          <a:xfrm>
            <a:off x="9706850" y="3580001"/>
            <a:ext cx="1236502" cy="44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Customer</a:t>
            </a:r>
            <a:endParaRPr lang="ko-KR" altLang="en-US" dirty="0"/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D873BEEF-F5E9-4A45-96FF-E45E3FE2CE26}"/>
              </a:ext>
            </a:extLst>
          </p:cNvPr>
          <p:cNvGrpSpPr/>
          <p:nvPr/>
        </p:nvGrpSpPr>
        <p:grpSpPr>
          <a:xfrm>
            <a:off x="8720026" y="2650920"/>
            <a:ext cx="1536192" cy="444617"/>
            <a:chOff x="9413889" y="2615453"/>
            <a:chExt cx="1536192" cy="444617"/>
          </a:xfrm>
        </p:grpSpPr>
        <p:sp>
          <p:nvSpPr>
            <p:cNvPr id="123" name="타원 122">
              <a:extLst>
                <a:ext uri="{FF2B5EF4-FFF2-40B4-BE49-F238E27FC236}">
                  <a16:creationId xmlns:a16="http://schemas.microsoft.com/office/drawing/2014/main" id="{A1BAFEB5-684F-4549-8136-16E1A0982675}"/>
                </a:ext>
              </a:extLst>
            </p:cNvPr>
            <p:cNvSpPr/>
            <p:nvPr/>
          </p:nvSpPr>
          <p:spPr>
            <a:xfrm>
              <a:off x="9413889" y="2615453"/>
              <a:ext cx="1536192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/>
                <a:t>PssprtNum</a:t>
              </a:r>
              <a:endParaRPr lang="ko-KR" altLang="en-US" sz="1400" dirty="0"/>
            </a:p>
          </p:txBody>
        </p:sp>
        <p:cxnSp>
          <p:nvCxnSpPr>
            <p:cNvPr id="124" name="직선 연결선 123">
              <a:extLst>
                <a:ext uri="{FF2B5EF4-FFF2-40B4-BE49-F238E27FC236}">
                  <a16:creationId xmlns:a16="http://schemas.microsoft.com/office/drawing/2014/main" id="{92A7C69D-9FB6-448A-BB5D-E70F3ABA540A}"/>
                </a:ext>
              </a:extLst>
            </p:cNvPr>
            <p:cNvCxnSpPr>
              <a:cxnSpLocks/>
            </p:cNvCxnSpPr>
            <p:nvPr/>
          </p:nvCxnSpPr>
          <p:spPr>
            <a:xfrm>
              <a:off x="9718444" y="2961945"/>
              <a:ext cx="890462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AC0EB4DC-FFDE-4C4A-9FD5-23318DC6225D}"/>
              </a:ext>
            </a:extLst>
          </p:cNvPr>
          <p:cNvCxnSpPr>
            <a:stCxn id="123" idx="4"/>
            <a:endCxn id="113" idx="0"/>
          </p:cNvCxnSpPr>
          <p:nvPr/>
        </p:nvCxnSpPr>
        <p:spPr>
          <a:xfrm>
            <a:off x="9488122" y="3095537"/>
            <a:ext cx="836979" cy="4844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C5884316-C9E2-46A6-9BE5-777005D69473}"/>
              </a:ext>
            </a:extLst>
          </p:cNvPr>
          <p:cNvCxnSpPr>
            <a:cxnSpLocks/>
            <a:stCxn id="113" idx="0"/>
            <a:endCxn id="133" idx="4"/>
          </p:cNvCxnSpPr>
          <p:nvPr/>
        </p:nvCxnSpPr>
        <p:spPr>
          <a:xfrm flipV="1">
            <a:off x="10325101" y="3083654"/>
            <a:ext cx="742488" cy="4963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3" name="타원 132">
            <a:extLst>
              <a:ext uri="{FF2B5EF4-FFF2-40B4-BE49-F238E27FC236}">
                <a16:creationId xmlns:a16="http://schemas.microsoft.com/office/drawing/2014/main" id="{D61184F2-2B43-43D8-90E8-21F64C41283B}"/>
              </a:ext>
            </a:extLst>
          </p:cNvPr>
          <p:cNvSpPr/>
          <p:nvPr/>
        </p:nvSpPr>
        <p:spPr>
          <a:xfrm>
            <a:off x="10406606" y="2639037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Gender</a:t>
            </a:r>
            <a:endParaRPr lang="ko-KR" altLang="en-US" sz="1400" dirty="0"/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75A25D7B-F402-4C0C-AF96-CE450CC8803F}"/>
              </a:ext>
            </a:extLst>
          </p:cNvPr>
          <p:cNvSpPr/>
          <p:nvPr/>
        </p:nvSpPr>
        <p:spPr>
          <a:xfrm>
            <a:off x="7914005" y="4612676"/>
            <a:ext cx="1236502" cy="5564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Boarding Pass</a:t>
            </a:r>
            <a:endParaRPr lang="ko-KR" altLang="en-US" dirty="0"/>
          </a:p>
        </p:txBody>
      </p: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9C041426-9D7D-445C-A367-99BBDB0AC42A}"/>
              </a:ext>
            </a:extLst>
          </p:cNvPr>
          <p:cNvCxnSpPr>
            <a:cxnSpLocks/>
            <a:stCxn id="113" idx="3"/>
            <a:endCxn id="143" idx="2"/>
          </p:cNvCxnSpPr>
          <p:nvPr/>
        </p:nvCxnSpPr>
        <p:spPr>
          <a:xfrm>
            <a:off x="10943352" y="3802310"/>
            <a:ext cx="26589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3" name="타원 142">
            <a:extLst>
              <a:ext uri="{FF2B5EF4-FFF2-40B4-BE49-F238E27FC236}">
                <a16:creationId xmlns:a16="http://schemas.microsoft.com/office/drawing/2014/main" id="{C9F5B434-535E-458A-BE54-79FB2ADA4D8D}"/>
              </a:ext>
            </a:extLst>
          </p:cNvPr>
          <p:cNvSpPr/>
          <p:nvPr/>
        </p:nvSpPr>
        <p:spPr>
          <a:xfrm>
            <a:off x="11209243" y="3580001"/>
            <a:ext cx="78522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ID</a:t>
            </a:r>
            <a:endParaRPr lang="ko-KR" altLang="en-US" sz="1400" dirty="0"/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A53E4E12-033C-4AE4-B008-6C61D9FDFEAC}"/>
              </a:ext>
            </a:extLst>
          </p:cNvPr>
          <p:cNvSpPr/>
          <p:nvPr/>
        </p:nvSpPr>
        <p:spPr>
          <a:xfrm>
            <a:off x="5386423" y="3524067"/>
            <a:ext cx="1236502" cy="5564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Service</a:t>
            </a:r>
            <a:endParaRPr lang="ko-KR" altLang="en-US" dirty="0"/>
          </a:p>
        </p:txBody>
      </p: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C711AB71-0B10-4B37-AD91-C174560DE863}"/>
              </a:ext>
            </a:extLst>
          </p:cNvPr>
          <p:cNvCxnSpPr>
            <a:cxnSpLocks/>
          </p:cNvCxnSpPr>
          <p:nvPr/>
        </p:nvCxnSpPr>
        <p:spPr>
          <a:xfrm flipV="1">
            <a:off x="9150507" y="4464662"/>
            <a:ext cx="967327" cy="2150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3DE23158-8A11-4742-AF2F-5598B75BF729}"/>
              </a:ext>
            </a:extLst>
          </p:cNvPr>
          <p:cNvCxnSpPr>
            <a:cxnSpLocks/>
            <a:stCxn id="137" idx="3"/>
            <a:endCxn id="168" idx="2"/>
          </p:cNvCxnSpPr>
          <p:nvPr/>
        </p:nvCxnSpPr>
        <p:spPr>
          <a:xfrm>
            <a:off x="9150507" y="4890918"/>
            <a:ext cx="1105710" cy="2921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701B39F5-CA04-4927-AA8C-63BD81AC889D}"/>
              </a:ext>
            </a:extLst>
          </p:cNvPr>
          <p:cNvCxnSpPr>
            <a:cxnSpLocks/>
            <a:endCxn id="172" idx="0"/>
          </p:cNvCxnSpPr>
          <p:nvPr/>
        </p:nvCxnSpPr>
        <p:spPr>
          <a:xfrm>
            <a:off x="9150507" y="5169159"/>
            <a:ext cx="1599666" cy="6486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직선 연결선 156">
            <a:extLst>
              <a:ext uri="{FF2B5EF4-FFF2-40B4-BE49-F238E27FC236}">
                <a16:creationId xmlns:a16="http://schemas.microsoft.com/office/drawing/2014/main" id="{18DAF139-FA11-43D7-99D8-4F004C544F78}"/>
              </a:ext>
            </a:extLst>
          </p:cNvPr>
          <p:cNvCxnSpPr>
            <a:cxnSpLocks/>
            <a:stCxn id="137" idx="2"/>
            <a:endCxn id="185" idx="0"/>
          </p:cNvCxnSpPr>
          <p:nvPr/>
        </p:nvCxnSpPr>
        <p:spPr>
          <a:xfrm>
            <a:off x="8532256" y="5169159"/>
            <a:ext cx="241055" cy="8681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06E1CB2A-476F-4122-A67E-E09E2DE1F341}"/>
              </a:ext>
            </a:extLst>
          </p:cNvPr>
          <p:cNvCxnSpPr>
            <a:cxnSpLocks/>
            <a:endCxn id="188" idx="0"/>
          </p:cNvCxnSpPr>
          <p:nvPr/>
        </p:nvCxnSpPr>
        <p:spPr>
          <a:xfrm flipH="1">
            <a:off x="6968076" y="5181300"/>
            <a:ext cx="962189" cy="7860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B0FF2E04-BFDE-42D0-8B93-C53F9A805A71}"/>
              </a:ext>
            </a:extLst>
          </p:cNvPr>
          <p:cNvCxnSpPr>
            <a:cxnSpLocks/>
            <a:endCxn id="195" idx="6"/>
          </p:cNvCxnSpPr>
          <p:nvPr/>
        </p:nvCxnSpPr>
        <p:spPr>
          <a:xfrm flipH="1">
            <a:off x="6281535" y="4609119"/>
            <a:ext cx="1632470" cy="2851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89378FD6-A6A6-4339-B967-A51D21A3F0C2}"/>
              </a:ext>
            </a:extLst>
          </p:cNvPr>
          <p:cNvCxnSpPr>
            <a:cxnSpLocks/>
            <a:stCxn id="137" idx="1"/>
            <a:endCxn id="192" idx="6"/>
          </p:cNvCxnSpPr>
          <p:nvPr/>
        </p:nvCxnSpPr>
        <p:spPr>
          <a:xfrm flipH="1">
            <a:off x="6549433" y="4890918"/>
            <a:ext cx="1364572" cy="6139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5" name="타원 164">
            <a:extLst>
              <a:ext uri="{FF2B5EF4-FFF2-40B4-BE49-F238E27FC236}">
                <a16:creationId xmlns:a16="http://schemas.microsoft.com/office/drawing/2014/main" id="{DBA371BC-C45E-4D34-8898-4820C2B4A826}"/>
              </a:ext>
            </a:extLst>
          </p:cNvPr>
          <p:cNvSpPr/>
          <p:nvPr/>
        </p:nvSpPr>
        <p:spPr>
          <a:xfrm>
            <a:off x="10117834" y="4214683"/>
            <a:ext cx="110571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Arrival</a:t>
            </a:r>
            <a:endParaRPr lang="ko-KR" altLang="en-US" sz="1400" dirty="0"/>
          </a:p>
        </p:txBody>
      </p:sp>
      <p:sp>
        <p:nvSpPr>
          <p:cNvPr id="168" name="타원 167">
            <a:extLst>
              <a:ext uri="{FF2B5EF4-FFF2-40B4-BE49-F238E27FC236}">
                <a16:creationId xmlns:a16="http://schemas.microsoft.com/office/drawing/2014/main" id="{4BACEA1D-8353-424A-A1D6-BA6A86812D8A}"/>
              </a:ext>
            </a:extLst>
          </p:cNvPr>
          <p:cNvSpPr/>
          <p:nvPr/>
        </p:nvSpPr>
        <p:spPr>
          <a:xfrm>
            <a:off x="10256217" y="4960774"/>
            <a:ext cx="1472355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Departure</a:t>
            </a:r>
            <a:endParaRPr lang="ko-KR" altLang="en-US" sz="1400" dirty="0"/>
          </a:p>
        </p:txBody>
      </p:sp>
      <p:sp>
        <p:nvSpPr>
          <p:cNvPr id="172" name="타원 171">
            <a:extLst>
              <a:ext uri="{FF2B5EF4-FFF2-40B4-BE49-F238E27FC236}">
                <a16:creationId xmlns:a16="http://schemas.microsoft.com/office/drawing/2014/main" id="{16F3FFB1-4B18-420F-9B24-035A15A656CB}"/>
              </a:ext>
            </a:extLst>
          </p:cNvPr>
          <p:cNvSpPr/>
          <p:nvPr/>
        </p:nvSpPr>
        <p:spPr>
          <a:xfrm>
            <a:off x="10013996" y="5817763"/>
            <a:ext cx="1472354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err="1"/>
              <a:t>Fligt_No</a:t>
            </a:r>
            <a:endParaRPr lang="ko-KR" altLang="en-US" sz="1400" dirty="0"/>
          </a:p>
        </p:txBody>
      </p:sp>
      <p:sp>
        <p:nvSpPr>
          <p:cNvPr id="185" name="타원 184">
            <a:extLst>
              <a:ext uri="{FF2B5EF4-FFF2-40B4-BE49-F238E27FC236}">
                <a16:creationId xmlns:a16="http://schemas.microsoft.com/office/drawing/2014/main" id="{4B94A3B2-7302-47FF-9251-95F88A1E4135}"/>
              </a:ext>
            </a:extLst>
          </p:cNvPr>
          <p:cNvSpPr/>
          <p:nvPr/>
        </p:nvSpPr>
        <p:spPr>
          <a:xfrm>
            <a:off x="8058500" y="6037357"/>
            <a:ext cx="1429622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err="1"/>
              <a:t>Resrv</a:t>
            </a:r>
            <a:r>
              <a:rPr lang="en-US" altLang="ko-KR" sz="1400" dirty="0"/>
              <a:t> No</a:t>
            </a:r>
            <a:endParaRPr lang="ko-KR" altLang="en-US" sz="1400" dirty="0"/>
          </a:p>
        </p:txBody>
      </p:sp>
      <p:sp>
        <p:nvSpPr>
          <p:cNvPr id="188" name="타원 187">
            <a:extLst>
              <a:ext uri="{FF2B5EF4-FFF2-40B4-BE49-F238E27FC236}">
                <a16:creationId xmlns:a16="http://schemas.microsoft.com/office/drawing/2014/main" id="{E313E0B3-287C-4D36-935A-5C3E4390268B}"/>
              </a:ext>
            </a:extLst>
          </p:cNvPr>
          <p:cNvSpPr/>
          <p:nvPr/>
        </p:nvSpPr>
        <p:spPr>
          <a:xfrm>
            <a:off x="6383082" y="5967331"/>
            <a:ext cx="1169987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Seat no</a:t>
            </a:r>
            <a:endParaRPr lang="ko-KR" altLang="en-US" sz="1400" dirty="0"/>
          </a:p>
        </p:txBody>
      </p:sp>
      <p:sp>
        <p:nvSpPr>
          <p:cNvPr id="192" name="타원 191">
            <a:extLst>
              <a:ext uri="{FF2B5EF4-FFF2-40B4-BE49-F238E27FC236}">
                <a16:creationId xmlns:a16="http://schemas.microsoft.com/office/drawing/2014/main" id="{81CC3803-48BE-46EB-9E62-1DF5B472B3F8}"/>
              </a:ext>
            </a:extLst>
          </p:cNvPr>
          <p:cNvSpPr/>
          <p:nvPr/>
        </p:nvSpPr>
        <p:spPr>
          <a:xfrm>
            <a:off x="5587244" y="5282576"/>
            <a:ext cx="962189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Class</a:t>
            </a:r>
            <a:endParaRPr lang="ko-KR" altLang="en-US" sz="1400" dirty="0"/>
          </a:p>
        </p:txBody>
      </p:sp>
      <p:sp>
        <p:nvSpPr>
          <p:cNvPr id="195" name="타원 194">
            <a:extLst>
              <a:ext uri="{FF2B5EF4-FFF2-40B4-BE49-F238E27FC236}">
                <a16:creationId xmlns:a16="http://schemas.microsoft.com/office/drawing/2014/main" id="{5416E90B-A82D-485D-9245-2594C7990601}"/>
              </a:ext>
            </a:extLst>
          </p:cNvPr>
          <p:cNvSpPr/>
          <p:nvPr/>
        </p:nvSpPr>
        <p:spPr>
          <a:xfrm>
            <a:off x="5496315" y="4671989"/>
            <a:ext cx="78522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data</a:t>
            </a:r>
            <a:endParaRPr lang="ko-KR" altLang="en-US" sz="1400" dirty="0"/>
          </a:p>
        </p:txBody>
      </p:sp>
      <p:cxnSp>
        <p:nvCxnSpPr>
          <p:cNvPr id="214" name="직선 연결선 213">
            <a:extLst>
              <a:ext uri="{FF2B5EF4-FFF2-40B4-BE49-F238E27FC236}">
                <a16:creationId xmlns:a16="http://schemas.microsoft.com/office/drawing/2014/main" id="{AE68E117-A98D-41CC-BC9A-1B109E2677E5}"/>
              </a:ext>
            </a:extLst>
          </p:cNvPr>
          <p:cNvCxnSpPr/>
          <p:nvPr/>
        </p:nvCxnSpPr>
        <p:spPr>
          <a:xfrm>
            <a:off x="8377311" y="6402617"/>
            <a:ext cx="792000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6" name="직선 연결선 215">
            <a:extLst>
              <a:ext uri="{FF2B5EF4-FFF2-40B4-BE49-F238E27FC236}">
                <a16:creationId xmlns:a16="http://schemas.microsoft.com/office/drawing/2014/main" id="{EFA0DBEA-1AD3-40C8-B66B-CECFB61EEDF2}"/>
              </a:ext>
            </a:extLst>
          </p:cNvPr>
          <p:cNvCxnSpPr>
            <a:cxnSpLocks/>
            <a:stCxn id="147" idx="1"/>
            <a:endCxn id="220" idx="6"/>
          </p:cNvCxnSpPr>
          <p:nvPr/>
        </p:nvCxnSpPr>
        <p:spPr>
          <a:xfrm flipH="1" flipV="1">
            <a:off x="3958146" y="3799095"/>
            <a:ext cx="1428277" cy="32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8" name="직선 연결선 217">
            <a:extLst>
              <a:ext uri="{FF2B5EF4-FFF2-40B4-BE49-F238E27FC236}">
                <a16:creationId xmlns:a16="http://schemas.microsoft.com/office/drawing/2014/main" id="{4AB083ED-D982-4850-9481-1AAD8E5C829F}"/>
              </a:ext>
            </a:extLst>
          </p:cNvPr>
          <p:cNvCxnSpPr>
            <a:cxnSpLocks/>
            <a:stCxn id="147" idx="1"/>
            <a:endCxn id="224" idx="7"/>
          </p:cNvCxnSpPr>
          <p:nvPr/>
        </p:nvCxnSpPr>
        <p:spPr>
          <a:xfrm flipH="1">
            <a:off x="3971359" y="3802309"/>
            <a:ext cx="1415064" cy="16789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0" name="타원 219">
            <a:extLst>
              <a:ext uri="{FF2B5EF4-FFF2-40B4-BE49-F238E27FC236}">
                <a16:creationId xmlns:a16="http://schemas.microsoft.com/office/drawing/2014/main" id="{3EAEFCB7-FAA3-4CE3-A44B-CCEC45608F9B}"/>
              </a:ext>
            </a:extLst>
          </p:cNvPr>
          <p:cNvSpPr/>
          <p:nvPr/>
        </p:nvSpPr>
        <p:spPr>
          <a:xfrm>
            <a:off x="2464004" y="3576786"/>
            <a:ext cx="1494142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기내서비스</a:t>
            </a:r>
          </a:p>
        </p:txBody>
      </p:sp>
      <p:sp>
        <p:nvSpPr>
          <p:cNvPr id="224" name="타원 223">
            <a:extLst>
              <a:ext uri="{FF2B5EF4-FFF2-40B4-BE49-F238E27FC236}">
                <a16:creationId xmlns:a16="http://schemas.microsoft.com/office/drawing/2014/main" id="{DB04CA07-D5D5-4F56-BCAC-787886390217}"/>
              </a:ext>
            </a:extLst>
          </p:cNvPr>
          <p:cNvSpPr/>
          <p:nvPr/>
        </p:nvSpPr>
        <p:spPr>
          <a:xfrm>
            <a:off x="2591495" y="5416130"/>
            <a:ext cx="1616611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공항서비스</a:t>
            </a:r>
            <a:endParaRPr lang="ko-KR" altLang="en-US" sz="1400" dirty="0"/>
          </a:p>
        </p:txBody>
      </p:sp>
      <p:cxnSp>
        <p:nvCxnSpPr>
          <p:cNvPr id="229" name="직선 연결선 228">
            <a:extLst>
              <a:ext uri="{FF2B5EF4-FFF2-40B4-BE49-F238E27FC236}">
                <a16:creationId xmlns:a16="http://schemas.microsoft.com/office/drawing/2014/main" id="{86CF4860-FD2E-488A-81E1-FA9B661C2446}"/>
              </a:ext>
            </a:extLst>
          </p:cNvPr>
          <p:cNvCxnSpPr>
            <a:cxnSpLocks/>
            <a:stCxn id="220" idx="1"/>
            <a:endCxn id="237" idx="6"/>
          </p:cNvCxnSpPr>
          <p:nvPr/>
        </p:nvCxnSpPr>
        <p:spPr>
          <a:xfrm flipH="1" flipV="1">
            <a:off x="1493663" y="3419590"/>
            <a:ext cx="1189153" cy="2223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1" name="직선 연결선 230">
            <a:extLst>
              <a:ext uri="{FF2B5EF4-FFF2-40B4-BE49-F238E27FC236}">
                <a16:creationId xmlns:a16="http://schemas.microsoft.com/office/drawing/2014/main" id="{5FA0A7F3-12F4-46E0-9761-13372E7AE4FA}"/>
              </a:ext>
            </a:extLst>
          </p:cNvPr>
          <p:cNvCxnSpPr>
            <a:cxnSpLocks/>
            <a:stCxn id="220" idx="2"/>
            <a:endCxn id="241" idx="6"/>
          </p:cNvCxnSpPr>
          <p:nvPr/>
        </p:nvCxnSpPr>
        <p:spPr>
          <a:xfrm flipH="1">
            <a:off x="1469683" y="3799095"/>
            <a:ext cx="994321" cy="891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3" name="직선 연결선 232">
            <a:extLst>
              <a:ext uri="{FF2B5EF4-FFF2-40B4-BE49-F238E27FC236}">
                <a16:creationId xmlns:a16="http://schemas.microsoft.com/office/drawing/2014/main" id="{9FE07B2B-9858-488B-8B6F-26C820F53269}"/>
              </a:ext>
            </a:extLst>
          </p:cNvPr>
          <p:cNvCxnSpPr>
            <a:cxnSpLocks/>
            <a:stCxn id="220" idx="3"/>
            <a:endCxn id="245" idx="7"/>
          </p:cNvCxnSpPr>
          <p:nvPr/>
        </p:nvCxnSpPr>
        <p:spPr>
          <a:xfrm flipH="1">
            <a:off x="1286220" y="3956290"/>
            <a:ext cx="1396596" cy="3928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5" name="직선 연결선 234">
            <a:extLst>
              <a:ext uri="{FF2B5EF4-FFF2-40B4-BE49-F238E27FC236}">
                <a16:creationId xmlns:a16="http://schemas.microsoft.com/office/drawing/2014/main" id="{BF3296BB-21C5-4542-ACEC-7984365B0159}"/>
              </a:ext>
            </a:extLst>
          </p:cNvPr>
          <p:cNvCxnSpPr>
            <a:cxnSpLocks/>
            <a:stCxn id="220" idx="4"/>
            <a:endCxn id="248" idx="0"/>
          </p:cNvCxnSpPr>
          <p:nvPr/>
        </p:nvCxnSpPr>
        <p:spPr>
          <a:xfrm flipH="1">
            <a:off x="1988557" y="4021403"/>
            <a:ext cx="1222518" cy="6121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7" name="타원 236">
            <a:extLst>
              <a:ext uri="{FF2B5EF4-FFF2-40B4-BE49-F238E27FC236}">
                <a16:creationId xmlns:a16="http://schemas.microsoft.com/office/drawing/2014/main" id="{F0209866-A293-472E-B000-487DD9AC7B65}"/>
              </a:ext>
            </a:extLst>
          </p:cNvPr>
          <p:cNvSpPr/>
          <p:nvPr/>
        </p:nvSpPr>
        <p:spPr>
          <a:xfrm>
            <a:off x="19387" y="3197281"/>
            <a:ext cx="1474276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면세품</a:t>
            </a:r>
            <a:endParaRPr lang="ko-KR" altLang="en-US" sz="1400" dirty="0"/>
          </a:p>
        </p:txBody>
      </p:sp>
      <p:sp>
        <p:nvSpPr>
          <p:cNvPr id="241" name="타원 240">
            <a:extLst>
              <a:ext uri="{FF2B5EF4-FFF2-40B4-BE49-F238E27FC236}">
                <a16:creationId xmlns:a16="http://schemas.microsoft.com/office/drawing/2014/main" id="{FA5C329D-7420-4CC0-9625-3D1489A8166D}"/>
              </a:ext>
            </a:extLst>
          </p:cNvPr>
          <p:cNvSpPr/>
          <p:nvPr/>
        </p:nvSpPr>
        <p:spPr>
          <a:xfrm>
            <a:off x="-4593" y="3665985"/>
            <a:ext cx="1474276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기내식</a:t>
            </a:r>
            <a:endParaRPr lang="ko-KR" altLang="en-US" sz="1400" dirty="0"/>
          </a:p>
        </p:txBody>
      </p:sp>
      <p:sp>
        <p:nvSpPr>
          <p:cNvPr id="245" name="타원 244">
            <a:extLst>
              <a:ext uri="{FF2B5EF4-FFF2-40B4-BE49-F238E27FC236}">
                <a16:creationId xmlns:a16="http://schemas.microsoft.com/office/drawing/2014/main" id="{3F2601FE-8CEB-4952-9153-51873BFD8C0A}"/>
              </a:ext>
            </a:extLst>
          </p:cNvPr>
          <p:cNvSpPr/>
          <p:nvPr/>
        </p:nvSpPr>
        <p:spPr>
          <a:xfrm>
            <a:off x="27847" y="4284019"/>
            <a:ext cx="1474276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이벤트</a:t>
            </a:r>
            <a:endParaRPr lang="ko-KR" altLang="en-US" sz="1400" dirty="0"/>
          </a:p>
        </p:txBody>
      </p:sp>
      <p:sp>
        <p:nvSpPr>
          <p:cNvPr id="248" name="타원 247">
            <a:extLst>
              <a:ext uri="{FF2B5EF4-FFF2-40B4-BE49-F238E27FC236}">
                <a16:creationId xmlns:a16="http://schemas.microsoft.com/office/drawing/2014/main" id="{1A799712-9803-454C-934C-BC1E6FEFF19E}"/>
              </a:ext>
            </a:extLst>
          </p:cNvPr>
          <p:cNvSpPr/>
          <p:nvPr/>
        </p:nvSpPr>
        <p:spPr>
          <a:xfrm>
            <a:off x="1251419" y="4633522"/>
            <a:ext cx="1474276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기타 등등</a:t>
            </a:r>
          </a:p>
        </p:txBody>
      </p: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323D460F-453D-47E2-BD11-A64DED12D2D7}"/>
              </a:ext>
            </a:extLst>
          </p:cNvPr>
          <p:cNvCxnSpPr>
            <a:cxnSpLocks/>
            <a:stCxn id="224" idx="1"/>
            <a:endCxn id="261" idx="6"/>
          </p:cNvCxnSpPr>
          <p:nvPr/>
        </p:nvCxnSpPr>
        <p:spPr>
          <a:xfrm flipH="1" flipV="1">
            <a:off x="1876684" y="5464016"/>
            <a:ext cx="951558" cy="172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1" name="타원 260">
            <a:extLst>
              <a:ext uri="{FF2B5EF4-FFF2-40B4-BE49-F238E27FC236}">
                <a16:creationId xmlns:a16="http://schemas.microsoft.com/office/drawing/2014/main" id="{FA99EDA5-418A-4A68-A517-44D50E9A5840}"/>
              </a:ext>
            </a:extLst>
          </p:cNvPr>
          <p:cNvSpPr/>
          <p:nvPr/>
        </p:nvSpPr>
        <p:spPr>
          <a:xfrm>
            <a:off x="402408" y="5241707"/>
            <a:ext cx="1474276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체크인</a:t>
            </a:r>
          </a:p>
        </p:txBody>
      </p:sp>
      <p:sp>
        <p:nvSpPr>
          <p:cNvPr id="264" name="타원 263">
            <a:extLst>
              <a:ext uri="{FF2B5EF4-FFF2-40B4-BE49-F238E27FC236}">
                <a16:creationId xmlns:a16="http://schemas.microsoft.com/office/drawing/2014/main" id="{7CBAB4DA-0614-4CE9-9680-5AB23BE931A0}"/>
              </a:ext>
            </a:extLst>
          </p:cNvPr>
          <p:cNvSpPr/>
          <p:nvPr/>
        </p:nvSpPr>
        <p:spPr>
          <a:xfrm>
            <a:off x="286319" y="5987620"/>
            <a:ext cx="1474276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호텔</a:t>
            </a:r>
          </a:p>
        </p:txBody>
      </p: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AF35453B-B6A0-4AFA-A29F-148D899A277C}"/>
              </a:ext>
            </a:extLst>
          </p:cNvPr>
          <p:cNvCxnSpPr>
            <a:stCxn id="224" idx="2"/>
            <a:endCxn id="264" idx="0"/>
          </p:cNvCxnSpPr>
          <p:nvPr/>
        </p:nvCxnSpPr>
        <p:spPr>
          <a:xfrm flipH="1">
            <a:off x="1023457" y="5638439"/>
            <a:ext cx="1568038" cy="3491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CA98708A-4E45-4D7F-B99C-F97348A1926D}"/>
              </a:ext>
            </a:extLst>
          </p:cNvPr>
          <p:cNvCxnSpPr>
            <a:cxnSpLocks/>
            <a:stCxn id="224" idx="3"/>
            <a:endCxn id="271" idx="0"/>
          </p:cNvCxnSpPr>
          <p:nvPr/>
        </p:nvCxnSpPr>
        <p:spPr>
          <a:xfrm flipH="1">
            <a:off x="2675413" y="5795634"/>
            <a:ext cx="152829" cy="398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1" name="타원 270">
            <a:extLst>
              <a:ext uri="{FF2B5EF4-FFF2-40B4-BE49-F238E27FC236}">
                <a16:creationId xmlns:a16="http://schemas.microsoft.com/office/drawing/2014/main" id="{69DFE2F5-AE06-4BB9-A610-A335134A0263}"/>
              </a:ext>
            </a:extLst>
          </p:cNvPr>
          <p:cNvSpPr/>
          <p:nvPr/>
        </p:nvSpPr>
        <p:spPr>
          <a:xfrm>
            <a:off x="1739878" y="6194478"/>
            <a:ext cx="1871069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포켓 와이파이</a:t>
            </a:r>
            <a:endParaRPr lang="ko-KR" altLang="en-US" sz="1400" dirty="0"/>
          </a:p>
        </p:txBody>
      </p:sp>
      <p:sp>
        <p:nvSpPr>
          <p:cNvPr id="277" name="타원 276">
            <a:extLst>
              <a:ext uri="{FF2B5EF4-FFF2-40B4-BE49-F238E27FC236}">
                <a16:creationId xmlns:a16="http://schemas.microsoft.com/office/drawing/2014/main" id="{BF6F50B2-6CF5-4B6F-9E3E-4614A340EDC0}"/>
              </a:ext>
            </a:extLst>
          </p:cNvPr>
          <p:cNvSpPr/>
          <p:nvPr/>
        </p:nvSpPr>
        <p:spPr>
          <a:xfrm>
            <a:off x="3743060" y="6186527"/>
            <a:ext cx="1474276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기타 등등</a:t>
            </a:r>
          </a:p>
        </p:txBody>
      </p: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60429FD0-D7D3-4B80-AFE0-925915F42CE9}"/>
              </a:ext>
            </a:extLst>
          </p:cNvPr>
          <p:cNvCxnSpPr>
            <a:stCxn id="224" idx="5"/>
            <a:endCxn id="277" idx="0"/>
          </p:cNvCxnSpPr>
          <p:nvPr/>
        </p:nvCxnSpPr>
        <p:spPr>
          <a:xfrm>
            <a:off x="3971359" y="5795634"/>
            <a:ext cx="508839" cy="3908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3" name="직선 연결선 282">
            <a:extLst>
              <a:ext uri="{FF2B5EF4-FFF2-40B4-BE49-F238E27FC236}">
                <a16:creationId xmlns:a16="http://schemas.microsoft.com/office/drawing/2014/main" id="{7ED3C72D-C765-40B0-9529-CED6ECB0ABCC}"/>
              </a:ext>
            </a:extLst>
          </p:cNvPr>
          <p:cNvCxnSpPr>
            <a:cxnSpLocks/>
            <a:stCxn id="71" idx="3"/>
            <a:endCxn id="285" idx="2"/>
          </p:cNvCxnSpPr>
          <p:nvPr/>
        </p:nvCxnSpPr>
        <p:spPr>
          <a:xfrm flipV="1">
            <a:off x="9295002" y="1698073"/>
            <a:ext cx="1172361" cy="2831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5" name="타원 284">
            <a:extLst>
              <a:ext uri="{FF2B5EF4-FFF2-40B4-BE49-F238E27FC236}">
                <a16:creationId xmlns:a16="http://schemas.microsoft.com/office/drawing/2014/main" id="{B9798D14-B9D5-4DFC-8590-882DB915849E}"/>
              </a:ext>
            </a:extLst>
          </p:cNvPr>
          <p:cNvSpPr/>
          <p:nvPr/>
        </p:nvSpPr>
        <p:spPr>
          <a:xfrm>
            <a:off x="10467363" y="1475764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Manager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39197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63500" sx="102000" sy="102000" algn="ctr" rotWithShape="0">
              <a:schemeClr val="bg1">
                <a:lumMod val="8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9C45F024-2468-4D8A-9E11-BB2B1E0A3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6082F40-06E5-4F52-A814-37C63824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ko-KR" altLang="en-US" sz="7200" dirty="0"/>
              <a:t>감사합니다</a:t>
            </a:r>
            <a:r>
              <a:rPr lang="en-US" altLang="ko-KR" sz="7200" dirty="0"/>
              <a:t>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9036035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379</Words>
  <Application>Microsoft Office PowerPoint</Application>
  <PresentationFormat>와이드스크린</PresentationFormat>
  <Paragraphs>140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휴먼편지체</vt:lpstr>
      <vt:lpstr>Arial</vt:lpstr>
      <vt:lpstr>Avenir Next LT Pro</vt:lpstr>
      <vt:lpstr>Calibri</vt:lpstr>
      <vt:lpstr>AccentBoxVTI</vt:lpstr>
      <vt:lpstr>db</vt:lpstr>
      <vt:lpstr>INDEX</vt:lpstr>
      <vt:lpstr>주제 선정</vt:lpstr>
      <vt:lpstr>업무 선정 과정</vt:lpstr>
      <vt:lpstr>항공 서비스를 구현한 데이터베이스 설계 (T-Way Airline)</vt:lpstr>
      <vt:lpstr>요구사항 명세</vt:lpstr>
      <vt:lpstr>데이터 요구사항</vt:lpstr>
      <vt:lpstr>데이터 요구사항</vt:lpstr>
      <vt:lpstr>기능 요구사항</vt:lpstr>
      <vt:lpstr>개념적 관계 데이터 베이스 설계</vt:lpstr>
      <vt:lpstr>Entity Type</vt:lpstr>
      <vt:lpstr>복합 애트리뷰트</vt:lpstr>
      <vt:lpstr>ER 다이어그램</vt:lpstr>
      <vt:lpstr>PowerPoint 프레젠테이션</vt:lpstr>
      <vt:lpstr>감사합니다.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</dc:title>
  <dc:creator>류연동(2014110015)</dc:creator>
  <cp:lastModifiedBy>류연동(2014110015)</cp:lastModifiedBy>
  <cp:revision>16</cp:revision>
  <dcterms:created xsi:type="dcterms:W3CDTF">2020-11-04T15:12:07Z</dcterms:created>
  <dcterms:modified xsi:type="dcterms:W3CDTF">2020-11-04T19:56:13Z</dcterms:modified>
</cp:coreProperties>
</file>